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103c35094f45aa" /><Relationship Type="http://schemas.openxmlformats.org/officeDocument/2006/relationships/extended-properties" Target="/docProps/app.xml" Id="R8a71de3dda8f43e7" /><Relationship Type="http://schemas.openxmlformats.org/officeDocument/2006/relationships/officeDocument" Target="/ppt/presentation.xml" Id="R46a4a92e675946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37e8978f1d46cb"/>
  </p:sldMasterIdLst>
  <p:notesMasterIdLst>
    <p:notesMasterId xmlns:r="http://schemas.openxmlformats.org/officeDocument/2006/relationships" r:id="R6e9fb6b7921e4036"/>
  </p:notesMasterIdLst>
  <p:sldIdLst>
    <p:sldId xmlns:r="http://schemas.openxmlformats.org/officeDocument/2006/relationships" id="256" r:id="Rfb244082ef2246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fb56bafffc487e" /><Relationship Type="http://schemas.openxmlformats.org/officeDocument/2006/relationships/slideMaster" Target="/ppt/slideMasters/slideMaster1.xml" Id="R3b37e8978f1d46cb" /><Relationship Type="http://schemas.openxmlformats.org/officeDocument/2006/relationships/notesMaster" Target="/ppt/notesMasters/notesMaster1.xml" Id="R6e9fb6b7921e4036" /><Relationship Type="http://schemas.openxmlformats.org/officeDocument/2006/relationships/presProps" Target="/ppt/presProps.xml" Id="Rb613b43fad014e37" /><Relationship Type="http://schemas.openxmlformats.org/officeDocument/2006/relationships/tableStyles" Target="/ppt/tableStyles.xml" Id="R1c50d8e90f7343d6" /><Relationship Type="http://schemas.openxmlformats.org/officeDocument/2006/relationships/slide" Target="/ppt/slides/slide1.xml" Id="Rfb244082ef2246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9cec95819340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cf922491fa4da6" /><Relationship Type="http://schemas.openxmlformats.org/officeDocument/2006/relationships/notesMaster" Target="/ppt/notesMasters/notesMaster1.xml" Id="Rd7a786844c074a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0ea87cda4e4ba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a64d0892334540" /><Relationship Type="http://schemas.openxmlformats.org/officeDocument/2006/relationships/slideLayout" Target="/ppt/slideLayouts/slideLayout1.xml" Id="Re991020a906947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91020a906947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2423ee569049ae" /><Relationship Type="http://schemas.openxmlformats.org/officeDocument/2006/relationships/notesSlide" Target="/ppt/notesSlides/notesSlide1.xml" Id="R20a931210b6546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8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title">
            <a:extLst xmlns:a="http://schemas.openxmlformats.org/drawingml/2006/main">
              <a:ext uri="{FF2B5EF4-FFF2-40B4-BE49-F238E27FC236}">
                <a16:creationId xmlns:a16="http://schemas.microsoft.com/office/drawing/2014/main" id="{4D028F3C-FC7C-4026-B6F1-19851CF0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1139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3ED"/>
                </a:solidFill>
              </a:defRPr>
            </a:pPr>
            <a:r>
              <a:rPr sz="2550" b="1">
                <a:solidFill>
                  <a:srgbClr val="F5F3ED"/>
                </a:solidFill>
              </a:rPr>
              <a:t>CodePrep turns one answer selection into a visible reasoning state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FD71384-A08C-49B6-8964-E8145839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76275"/>
            <a:ext cx="11391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DB2BC"/>
                </a:solidFill>
              </a:defRPr>
            </a:pPr>
            <a:r>
              <a:rPr sz="1200" b="0">
                <a:solidFill>
                  <a:srgbClr val="ADB2BC"/>
                </a:solidFill>
              </a:rPr>
              <a:t>The rationale is absent before commitment and appears immediately after selection; live challenge creation adds a separate validated transaction.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4ADD15F-F2C4-4572-B3A5-AD85766F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38225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F5F3ED"/>
            </a:solidFill>
            <a:prstDash val="solid"/>
          </a:ln>
        </p:spPr>
      </p:sp>
      <p:sp>
        <p:nvSpPr>
          <p:cNvPr id="4" name="story-label">
            <a:extLst xmlns:a="http://schemas.openxmlformats.org/drawingml/2006/main">
              <a:ext uri="{FF2B5EF4-FFF2-40B4-BE49-F238E27FC236}">
                <a16:creationId xmlns:a16="http://schemas.microsoft.com/office/drawing/2014/main" id="{AC63349F-FD2A-4F9A-BBA8-4C9CFDB3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8A45"/>
                </a:solidFill>
              </a:defRPr>
            </a:pPr>
            <a:r>
              <a:rPr sz="900" b="1">
                <a:solidFill>
                  <a:srgbClr val="FF8A45"/>
                </a:solidFill>
              </a:rPr>
              <a:t>BEFORE  →  ACTION  →  AFTER</a:t>
            </a:r>
          </a:p>
        </p:txBody>
      </p:sp>
      <p:sp>
        <p:nvSpPr>
          <p:cNvPr id="5" name="commit-arrow">
            <a:extLst xmlns:a="http://schemas.openxmlformats.org/drawingml/2006/main">
              <a:ext uri="{FF2B5EF4-FFF2-40B4-BE49-F238E27FC236}">
                <a16:creationId xmlns:a16="http://schemas.microsoft.com/office/drawing/2014/main" id="{7A06E45C-A64F-4A92-AD25-D035FFE9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2647950"/>
            <a:ext cx="9334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8A45"/>
          </a:solidFill>
          <a:ln xmlns:a="http://schemas.openxmlformats.org/drawingml/2006/main" w="0">
            <a:solidFill>
              <a:srgbClr val="FF8A45"/>
            </a:solidFill>
            <a:prstDash val="solid"/>
          </a:ln>
        </p:spPr>
      </p:sp>
      <p:sp>
        <p:nvSpPr>
          <p:cNvPr id="6" name="commit-label">
            <a:extLst xmlns:a="http://schemas.openxmlformats.org/drawingml/2006/main">
              <a:ext uri="{FF2B5EF4-FFF2-40B4-BE49-F238E27FC236}">
                <a16:creationId xmlns:a16="http://schemas.microsoft.com/office/drawing/2014/main" id="{D9E2C123-371D-4605-93B4-FE26F5C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36220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8A45"/>
                </a:solidFill>
              </a:defRPr>
            </a:pPr>
            <a:r>
              <a:rPr sz="900" b="1">
                <a:solidFill>
                  <a:srgbClr val="FF8A45"/>
                </a:solidFill>
              </a:rPr>
              <a:t>select B</a:t>
            </a:r>
          </a:p>
        </p:txBody>
      </p:sp>
      <p:sp>
        <p:nvSpPr>
          <p:cNvPr id="7" name="commit-value">
            <a:extLst xmlns:a="http://schemas.openxmlformats.org/drawingml/2006/main">
              <a:ext uri="{FF2B5EF4-FFF2-40B4-BE49-F238E27FC236}">
                <a16:creationId xmlns:a16="http://schemas.microsoft.com/office/drawing/2014/main" id="{C24390AB-AC11-4956-B0A9-2D644A18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9051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8A45"/>
                </a:solidFill>
              </a:defRPr>
            </a:pPr>
            <a:r>
              <a:rPr sz="825" b="1">
                <a:solidFill>
                  <a:srgbClr val="FF8A45"/>
                </a:solidFill>
              </a:rPr>
              <a:t>O(log n)</a:t>
            </a:r>
          </a:p>
        </p:txBody>
      </p:sp>
      <p:sp>
        <p:nvSpPr>
          <p:cNvPr id="8" name="before-frame">
            <a:extLst xmlns:a="http://schemas.openxmlformats.org/drawingml/2006/main">
              <a:ext uri="{FF2B5EF4-FFF2-40B4-BE49-F238E27FC236}">
                <a16:creationId xmlns:a16="http://schemas.microsoft.com/office/drawing/2014/main" id="{7501B7F5-C2B6-48C3-BEDE-76394C37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57325"/>
            <a:ext cx="4476750" cy="3076575"/>
          </a:xfrm>
          <a:prstGeom xmlns:a="http://schemas.openxmlformats.org/drawingml/2006/main" prst="roundRect">
            <a:avLst>
              <a:gd name="adj" fmla="val 1858"/>
            </a:avLst>
          </a:prstGeom>
          <a:solidFill xmlns:a="http://schemas.openxmlformats.org/drawingml/2006/main">
            <a:srgbClr val="23252B"/>
          </a:solidFill>
          <a:ln xmlns:a="http://schemas.openxmlformats.org/drawingml/2006/main" w="11430">
            <a:solidFill>
              <a:srgbClr val="9096A1"/>
            </a:solidFill>
            <a:prstDash val="solid"/>
          </a:ln>
        </p:spPr>
      </p:sp>
      <p:sp>
        <p:nvSpPr>
          <p:cNvPr id="9" name="before-topbar">
            <a:extLst xmlns:a="http://schemas.openxmlformats.org/drawingml/2006/main">
              <a:ext uri="{FF2B5EF4-FFF2-40B4-BE49-F238E27FC236}">
                <a16:creationId xmlns:a16="http://schemas.microsoft.com/office/drawing/2014/main" id="{B4ADB44E-FF68-4C5C-B5EE-63BDB945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57325"/>
            <a:ext cx="44767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2F35"/>
          </a:solidFill>
          <a:ln xmlns:a="http://schemas.openxmlformats.org/drawingml/2006/main" w="9525">
            <a:solidFill>
              <a:srgbClr val="9096A1"/>
            </a:solidFill>
            <a:prstDash val="solid"/>
          </a:ln>
        </p:spPr>
      </p:sp>
      <p:sp>
        <p:nvSpPr>
          <p:cNvPr id="10" name="before-state">
            <a:extLst xmlns:a="http://schemas.openxmlformats.org/drawingml/2006/main">
              <a:ext uri="{FF2B5EF4-FFF2-40B4-BE49-F238E27FC236}">
                <a16:creationId xmlns:a16="http://schemas.microsoft.com/office/drawing/2014/main" id="{3F60940A-2633-4FF4-8945-BA724DB8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096A1"/>
                </a:solidFill>
              </a:defRPr>
            </a:pPr>
            <a:r>
              <a:rPr sz="750" b="1">
                <a:solidFill>
                  <a:srgbClr val="9096A1"/>
                </a:solidFill>
              </a:rPr>
              <a:t>STATE 0 · UNANSWERED</a:t>
            </a:r>
          </a:p>
        </p:txBody>
      </p:sp>
      <p:sp>
        <p:nvSpPr>
          <p:cNvPr id="11" name="before-difficulty">
            <a:extLst xmlns:a="http://schemas.openxmlformats.org/drawingml/2006/main">
              <a:ext uri="{FF2B5EF4-FFF2-40B4-BE49-F238E27FC236}">
                <a16:creationId xmlns:a16="http://schemas.microsoft.com/office/drawing/2014/main" id="{60C5F297-0E02-454D-BC0D-8F418CEA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43050"/>
            <a:ext cx="628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8A45"/>
                </a:solidFill>
              </a:defRPr>
            </a:pPr>
            <a:r>
              <a:rPr sz="750" b="1">
                <a:solidFill>
                  <a:srgbClr val="FF8A45"/>
                </a:solidFill>
              </a:rPr>
              <a:t>MEDIUM</a:t>
            </a:r>
          </a:p>
        </p:txBody>
      </p:sp>
      <p:sp>
        <p:nvSpPr>
          <p:cNvPr id="12" name="before-question">
            <a:extLst xmlns:a="http://schemas.openxmlformats.org/drawingml/2006/main">
              <a:ext uri="{FF2B5EF4-FFF2-40B4-BE49-F238E27FC236}">
                <a16:creationId xmlns:a16="http://schemas.microsoft.com/office/drawing/2014/main" id="{7D6617DC-1213-4D4C-850A-200849C1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533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F3ED"/>
                </a:solidFill>
              </a:defRPr>
            </a:pPr>
            <a:r>
              <a:rPr sz="1125" b="1">
                <a:solidFill>
                  <a:srgbClr val="F5F3ED"/>
                </a:solidFill>
              </a:rPr>
              <a:t>What is the time complexity of finding a value in a balanced binary search tree?</a:t>
            </a:r>
          </a:p>
        </p:txBody>
      </p:sp>
      <p:sp>
        <p:nvSpPr>
          <p:cNvPr id="13" name="before-instruction">
            <a:extLst xmlns:a="http://schemas.openxmlformats.org/drawingml/2006/main">
              <a:ext uri="{FF2B5EF4-FFF2-40B4-BE49-F238E27FC236}">
                <a16:creationId xmlns:a16="http://schemas.microsoft.com/office/drawing/2014/main" id="{F742E647-D2C9-44FB-8C12-0C90D113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2095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ADB2BC"/>
                </a:solidFill>
              </a:defRPr>
            </a:pPr>
            <a:r>
              <a:rPr sz="788" b="0">
                <a:solidFill>
                  <a:srgbClr val="ADB2BC"/>
                </a:solidFill>
              </a:rPr>
              <a:t>Choose one answer.</a:t>
            </a:r>
          </a:p>
        </p:txBody>
      </p:sp>
      <p:sp>
        <p:nvSpPr>
          <p:cNvPr id="14" name="before-option-0">
            <a:extLst xmlns:a="http://schemas.openxmlformats.org/drawingml/2006/main">
              <a:ext uri="{FF2B5EF4-FFF2-40B4-BE49-F238E27FC236}">
                <a16:creationId xmlns:a16="http://schemas.microsoft.com/office/drawing/2014/main" id="{7458CD0B-B973-436D-80AA-8692CAA7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0035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B"/>
          </a:solidFill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15" name="before-option-label-0">
            <a:extLst xmlns:a="http://schemas.openxmlformats.org/drawingml/2006/main">
              <a:ext uri="{FF2B5EF4-FFF2-40B4-BE49-F238E27FC236}">
                <a16:creationId xmlns:a16="http://schemas.microsoft.com/office/drawing/2014/main" id="{F784B5DC-5D86-42BF-9DA5-83A92CB3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096A1"/>
                </a:solidFill>
              </a:defRPr>
            </a:pPr>
            <a:r>
              <a:rPr sz="750" b="1">
                <a:solidFill>
                  <a:srgbClr val="9096A1"/>
                </a:solidFill>
              </a:rPr>
              <a:t>A</a:t>
            </a:r>
          </a:p>
        </p:txBody>
      </p:sp>
      <p:sp>
        <p:nvSpPr>
          <p:cNvPr id="16" name="before-option-copy-0">
            <a:extLst xmlns:a="http://schemas.openxmlformats.org/drawingml/2006/main">
              <a:ext uri="{FF2B5EF4-FFF2-40B4-BE49-F238E27FC236}">
                <a16:creationId xmlns:a16="http://schemas.microsoft.com/office/drawing/2014/main" id="{E42BBAC6-9ECE-49DD-9BBE-5D2DC5F9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670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5F3ED"/>
                </a:solidFill>
              </a:defRPr>
            </a:pPr>
            <a:r>
              <a:rPr sz="825" b="0">
                <a:solidFill>
                  <a:srgbClr val="F5F3ED"/>
                </a:solidFill>
              </a:rPr>
              <a:t>O(1)</a:t>
            </a:r>
          </a:p>
        </p:txBody>
      </p:sp>
      <p:sp>
        <p:nvSpPr>
          <p:cNvPr id="17" name="before-option-1">
            <a:extLst xmlns:a="http://schemas.openxmlformats.org/drawingml/2006/main">
              <a:ext uri="{FF2B5EF4-FFF2-40B4-BE49-F238E27FC236}">
                <a16:creationId xmlns:a16="http://schemas.microsoft.com/office/drawing/2014/main" id="{AAD0B17A-4F9B-490E-9975-3AA28A6C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6230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B"/>
          </a:solidFill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18" name="before-option-label-1">
            <a:extLst xmlns:a="http://schemas.openxmlformats.org/drawingml/2006/main">
              <a:ext uri="{FF2B5EF4-FFF2-40B4-BE49-F238E27FC236}">
                <a16:creationId xmlns:a16="http://schemas.microsoft.com/office/drawing/2014/main" id="{3920BDD1-D3FB-4B4E-95E1-D08675BA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096A1"/>
                </a:solidFill>
              </a:defRPr>
            </a:pPr>
            <a:r>
              <a:rPr sz="750" b="1">
                <a:solidFill>
                  <a:srgbClr val="9096A1"/>
                </a:solidFill>
              </a:rPr>
              <a:t>B</a:t>
            </a:r>
          </a:p>
        </p:txBody>
      </p:sp>
      <p:sp>
        <p:nvSpPr>
          <p:cNvPr id="19" name="before-option-copy-1">
            <a:extLst xmlns:a="http://schemas.openxmlformats.org/drawingml/2006/main">
              <a:ext uri="{FF2B5EF4-FFF2-40B4-BE49-F238E27FC236}">
                <a16:creationId xmlns:a16="http://schemas.microsoft.com/office/drawing/2014/main" id="{6ED4B1D0-A431-4DAB-B2DD-9307BEF0E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2897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5F3ED"/>
                </a:solidFill>
              </a:defRPr>
            </a:pPr>
            <a:r>
              <a:rPr sz="825" b="0">
                <a:solidFill>
                  <a:srgbClr val="F5F3ED"/>
                </a:solidFill>
              </a:rPr>
              <a:t>O(log n)</a:t>
            </a:r>
          </a:p>
        </p:txBody>
      </p:sp>
      <p:sp>
        <p:nvSpPr>
          <p:cNvPr id="20" name="before-option-2">
            <a:extLst xmlns:a="http://schemas.openxmlformats.org/drawingml/2006/main">
              <a:ext uri="{FF2B5EF4-FFF2-40B4-BE49-F238E27FC236}">
                <a16:creationId xmlns:a16="http://schemas.microsoft.com/office/drawing/2014/main" id="{D7F0440F-7A7D-4BA0-A0BB-258C5238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B"/>
          </a:solidFill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21" name="before-option-label-2">
            <a:extLst xmlns:a="http://schemas.openxmlformats.org/drawingml/2006/main">
              <a:ext uri="{FF2B5EF4-FFF2-40B4-BE49-F238E27FC236}">
                <a16:creationId xmlns:a16="http://schemas.microsoft.com/office/drawing/2014/main" id="{7A4424BB-F7B4-4686-801F-3929115A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096A1"/>
                </a:solidFill>
              </a:defRPr>
            </a:pPr>
            <a:r>
              <a:rPr sz="750" b="1">
                <a:solidFill>
                  <a:srgbClr val="9096A1"/>
                </a:solidFill>
              </a:rPr>
              <a:t>C</a:t>
            </a:r>
          </a:p>
        </p:txBody>
      </p:sp>
      <p:sp>
        <p:nvSpPr>
          <p:cNvPr id="22" name="before-option-copy-2">
            <a:extLst xmlns:a="http://schemas.openxmlformats.org/drawingml/2006/main">
              <a:ext uri="{FF2B5EF4-FFF2-40B4-BE49-F238E27FC236}">
                <a16:creationId xmlns:a16="http://schemas.microsoft.com/office/drawing/2014/main" id="{3CB41C83-89AD-4BD2-AF98-7ECC924E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9092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5F3ED"/>
                </a:solidFill>
              </a:defRPr>
            </a:pPr>
            <a:r>
              <a:rPr sz="825" b="0">
                <a:solidFill>
                  <a:srgbClr val="F5F3ED"/>
                </a:solidFill>
              </a:rPr>
              <a:t>O(n)</a:t>
            </a:r>
          </a:p>
        </p:txBody>
      </p:sp>
      <p:sp>
        <p:nvSpPr>
          <p:cNvPr id="23" name="before-option-3">
            <a:extLst xmlns:a="http://schemas.openxmlformats.org/drawingml/2006/main">
              <a:ext uri="{FF2B5EF4-FFF2-40B4-BE49-F238E27FC236}">
                <a16:creationId xmlns:a16="http://schemas.microsoft.com/office/drawing/2014/main" id="{B589EB79-97BF-4F0F-814D-B23E8054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86200"/>
            <a:ext cx="2533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252B"/>
          </a:solidFill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24" name="before-option-label-3">
            <a:extLst xmlns:a="http://schemas.openxmlformats.org/drawingml/2006/main">
              <a:ext uri="{FF2B5EF4-FFF2-40B4-BE49-F238E27FC236}">
                <a16:creationId xmlns:a16="http://schemas.microsoft.com/office/drawing/2014/main" id="{3A16B746-B86C-4CDF-8E47-535C096A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096A1"/>
                </a:solidFill>
              </a:defRPr>
            </a:pPr>
            <a:r>
              <a:rPr sz="750" b="1">
                <a:solidFill>
                  <a:srgbClr val="9096A1"/>
                </a:solidFill>
              </a:rPr>
              <a:t>D</a:t>
            </a:r>
          </a:p>
        </p:txBody>
      </p:sp>
      <p:sp>
        <p:nvSpPr>
          <p:cNvPr id="25" name="before-option-copy-3">
            <a:extLst xmlns:a="http://schemas.openxmlformats.org/drawingml/2006/main">
              <a:ext uri="{FF2B5EF4-FFF2-40B4-BE49-F238E27FC236}">
                <a16:creationId xmlns:a16="http://schemas.microsoft.com/office/drawing/2014/main" id="{2DF18FF2-5259-4761-95E9-DD48A8D5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52875"/>
            <a:ext cx="2000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5F3ED"/>
                </a:solidFill>
              </a:defRPr>
            </a:pPr>
            <a:r>
              <a:rPr sz="825" b="0">
                <a:solidFill>
                  <a:srgbClr val="F5F3ED"/>
                </a:solidFill>
              </a:rPr>
              <a:t>O(n log n)</a:t>
            </a:r>
          </a:p>
        </p:txBody>
      </p:sp>
      <p:sp>
        <p:nvSpPr>
          <p:cNvPr id="26" name="before-divider">
            <a:extLst xmlns:a="http://schemas.openxmlformats.org/drawingml/2006/main">
              <a:ext uri="{FF2B5EF4-FFF2-40B4-BE49-F238E27FC236}">
                <a16:creationId xmlns:a16="http://schemas.microsoft.com/office/drawing/2014/main" id="{A49F41C5-5F65-47A5-BFC7-8ACFA94B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85950"/>
            <a:ext cx="0" cy="2324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27" name="before-explanation-label">
            <a:extLst xmlns:a="http://schemas.openxmlformats.org/drawingml/2006/main">
              <a:ext uri="{FF2B5EF4-FFF2-40B4-BE49-F238E27FC236}">
                <a16:creationId xmlns:a16="http://schemas.microsoft.com/office/drawing/2014/main" id="{EA1A1D6E-EE9A-449B-9CD4-FC7153AB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52625"/>
            <a:ext cx="1143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096A1"/>
                </a:solidFill>
              </a:defRPr>
            </a:pPr>
            <a:r>
              <a:rPr sz="750" b="1">
                <a:solidFill>
                  <a:srgbClr val="9096A1"/>
                </a:solidFill>
              </a:rPr>
              <a:t>EXPLANATION</a:t>
            </a:r>
          </a:p>
        </p:txBody>
      </p:sp>
      <p:sp>
        <p:nvSpPr>
          <p:cNvPr id="28" name="before-locked">
            <a:extLst xmlns:a="http://schemas.openxmlformats.org/drawingml/2006/main">
              <a:ext uri="{FF2B5EF4-FFF2-40B4-BE49-F238E27FC236}">
                <a16:creationId xmlns:a16="http://schemas.microsoft.com/office/drawing/2014/main" id="{D3C0E27F-2361-4BF3-B292-22DBEAFB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76475"/>
            <a:ext cx="114300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D2F35"/>
          </a:solidFill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29" name="before-lock">
            <a:extLst xmlns:a="http://schemas.openxmlformats.org/drawingml/2006/main">
              <a:ext uri="{FF2B5EF4-FFF2-40B4-BE49-F238E27FC236}">
                <a16:creationId xmlns:a16="http://schemas.microsoft.com/office/drawing/2014/main" id="{6903F3DF-1467-424A-986B-F97FC899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47950"/>
            <a:ext cx="106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096A1"/>
                </a:solidFill>
              </a:defRPr>
            </a:pPr>
            <a:r>
              <a:rPr sz="975" b="1">
                <a:solidFill>
                  <a:srgbClr val="9096A1"/>
                </a:solidFill>
              </a:rPr>
              <a:t>RATIONALE</a:t>
            </a:r>
          </a:p>
          <a:p xmlns:a="http://schemas.openxmlformats.org/drawingml/2006/main">
            <a:pPr algn="ctr">
              <a:defRPr sz="975" b="1">
                <a:solidFill>
                  <a:srgbClr val="9096A1"/>
                </a:solidFill>
              </a:defRPr>
            </a:pPr>
            <a:r>
              <a:rPr sz="975" b="1">
                <a:solidFill>
                  <a:srgbClr val="9096A1"/>
                </a:solidFill>
              </a:rPr>
              <a:t>LOCKED</a:t>
            </a:r>
          </a:p>
        </p:txBody>
      </p:sp>
      <p:sp>
        <p:nvSpPr>
          <p:cNvPr id="30" name="before-lock-copy">
            <a:extLst xmlns:a="http://schemas.openxmlformats.org/drawingml/2006/main">
              <a:ext uri="{FF2B5EF4-FFF2-40B4-BE49-F238E27FC236}">
                <a16:creationId xmlns:a16="http://schemas.microsoft.com/office/drawing/2014/main" id="{40D71B62-7994-4ACB-B1CD-9A00B86E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8135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ADB2BC"/>
                </a:solidFill>
              </a:defRPr>
            </a:pPr>
            <a:r>
              <a:rPr sz="750" b="0">
                <a:solidFill>
                  <a:srgbClr val="ADB2BC"/>
                </a:solidFill>
              </a:rPr>
              <a:t>Select an option to inspect the technical reasoning.</a:t>
            </a:r>
          </a:p>
        </p:txBody>
      </p:sp>
      <p:sp>
        <p:nvSpPr>
          <p:cNvPr id="31" name="before-note">
            <a:extLst xmlns:a="http://schemas.openxmlformats.org/drawingml/2006/main">
              <a:ext uri="{FF2B5EF4-FFF2-40B4-BE49-F238E27FC236}">
                <a16:creationId xmlns:a16="http://schemas.microsoft.com/office/drawing/2014/main" id="{36609713-A1F3-4785-B488-70884872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407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DB2BC"/>
                </a:solidFill>
              </a:defRPr>
            </a:pPr>
            <a:r>
              <a:rPr sz="788" b="0">
                <a:solidFill>
                  <a:srgbClr val="ADB2BC"/>
                </a:solidFill>
              </a:rPr>
              <a:t>No concept or explanation is visible.</a:t>
            </a:r>
          </a:p>
        </p:txBody>
      </p:sp>
      <p:sp>
        <p:nvSpPr>
          <p:cNvPr id="32" name="after-frame">
            <a:extLst xmlns:a="http://schemas.openxmlformats.org/drawingml/2006/main">
              <a:ext uri="{FF2B5EF4-FFF2-40B4-BE49-F238E27FC236}">
                <a16:creationId xmlns:a16="http://schemas.microsoft.com/office/drawing/2014/main" id="{EC49A159-E947-46AD-9D70-9089C786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57325"/>
            <a:ext cx="5619750" cy="3076575"/>
          </a:xfrm>
          <a:prstGeom xmlns:a="http://schemas.openxmlformats.org/drawingml/2006/main" prst="roundRect">
            <a:avLst>
              <a:gd name="adj" fmla="val 1858"/>
            </a:avLst>
          </a:prstGeom>
          <a:solidFill xmlns:a="http://schemas.openxmlformats.org/drawingml/2006/main">
            <a:srgbClr val="23252B"/>
          </a:solidFill>
          <a:ln xmlns:a="http://schemas.openxmlformats.org/drawingml/2006/main" w="13335">
            <a:solidFill>
              <a:srgbClr val="A3E635"/>
            </a:solidFill>
            <a:prstDash val="solid"/>
          </a:ln>
        </p:spPr>
      </p:sp>
      <p:sp>
        <p:nvSpPr>
          <p:cNvPr id="33" name="after-topbar">
            <a:extLst xmlns:a="http://schemas.openxmlformats.org/drawingml/2006/main">
              <a:ext uri="{FF2B5EF4-FFF2-40B4-BE49-F238E27FC236}">
                <a16:creationId xmlns:a16="http://schemas.microsoft.com/office/drawing/2014/main" id="{C4AB6019-EE29-499E-A64B-1D4EF59B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57325"/>
            <a:ext cx="56197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323"/>
          </a:solidFill>
          <a:ln xmlns:a="http://schemas.openxmlformats.org/drawingml/2006/main" w="9525">
            <a:solidFill>
              <a:srgbClr val="A3E635"/>
            </a:solidFill>
            <a:prstDash val="solid"/>
          </a:ln>
        </p:spPr>
      </p:sp>
      <p:sp>
        <p:nvSpPr>
          <p:cNvPr id="34" name="after-state">
            <a:extLst xmlns:a="http://schemas.openxmlformats.org/drawingml/2006/main">
              <a:ext uri="{FF2B5EF4-FFF2-40B4-BE49-F238E27FC236}">
                <a16:creationId xmlns:a16="http://schemas.microsoft.com/office/drawing/2014/main" id="{80719152-4D56-43E0-8A67-12400B415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43050"/>
            <a:ext cx="2190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3E635"/>
                </a:solidFill>
              </a:defRPr>
            </a:pPr>
            <a:r>
              <a:rPr sz="750" b="1">
                <a:solidFill>
                  <a:srgbClr val="A3E635"/>
                </a:solidFill>
              </a:rPr>
              <a:t>STATE 1 · ANSWER COMMITTED</a:t>
            </a:r>
          </a:p>
        </p:txBody>
      </p:sp>
      <p:sp>
        <p:nvSpPr>
          <p:cNvPr id="35" name="after-result">
            <a:extLst xmlns:a="http://schemas.openxmlformats.org/drawingml/2006/main">
              <a:ext uri="{FF2B5EF4-FFF2-40B4-BE49-F238E27FC236}">
                <a16:creationId xmlns:a16="http://schemas.microsoft.com/office/drawing/2014/main" id="{577F6866-BF3E-402A-982B-F61136E0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54305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3E635"/>
                </a:solidFill>
              </a:defRPr>
            </a:pPr>
            <a:r>
              <a:rPr sz="750" b="1">
                <a:solidFill>
                  <a:srgbClr val="A3E635"/>
                </a:solidFill>
              </a:rPr>
              <a:t>DECISION ACCEPTED</a:t>
            </a:r>
          </a:p>
        </p:txBody>
      </p:sp>
      <p:sp>
        <p:nvSpPr>
          <p:cNvPr id="36" name="after-question">
            <a:extLst xmlns:a="http://schemas.openxmlformats.org/drawingml/2006/main">
              <a:ext uri="{FF2B5EF4-FFF2-40B4-BE49-F238E27FC236}">
                <a16:creationId xmlns:a16="http://schemas.microsoft.com/office/drawing/2014/main" id="{04CB94CC-E202-4957-A9DA-82D500A6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52625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F3ED"/>
                </a:solidFill>
              </a:defRPr>
            </a:pPr>
            <a:r>
              <a:rPr sz="1125" b="1">
                <a:solidFill>
                  <a:srgbClr val="F5F3ED"/>
                </a:solidFill>
              </a:rPr>
              <a:t>What is the time complexity of finding a value in a balanced binary search tree?</a:t>
            </a:r>
          </a:p>
        </p:txBody>
      </p:sp>
      <p:sp>
        <p:nvSpPr>
          <p:cNvPr id="37" name="after-option-0">
            <a:extLst xmlns:a="http://schemas.openxmlformats.org/drawingml/2006/main">
              <a:ext uri="{FF2B5EF4-FFF2-40B4-BE49-F238E27FC236}">
                <a16:creationId xmlns:a16="http://schemas.microsoft.com/office/drawing/2014/main" id="{E95BD4A8-8E46-446D-97D1-07CAA86E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0985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2F35"/>
          </a:solidFill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38" name="after-option-label-0">
            <a:extLst xmlns:a="http://schemas.openxmlformats.org/drawingml/2006/main">
              <a:ext uri="{FF2B5EF4-FFF2-40B4-BE49-F238E27FC236}">
                <a16:creationId xmlns:a16="http://schemas.microsoft.com/office/drawing/2014/main" id="{9FC1918F-DC81-4B33-A9C2-579B9A89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7652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096A1"/>
                </a:solidFill>
              </a:defRPr>
            </a:pPr>
            <a:r>
              <a:rPr sz="750" b="1">
                <a:solidFill>
                  <a:srgbClr val="9096A1"/>
                </a:solidFill>
              </a:rPr>
              <a:t>A</a:t>
            </a:r>
          </a:p>
        </p:txBody>
      </p:sp>
      <p:sp>
        <p:nvSpPr>
          <p:cNvPr id="39" name="after-option-copy-0">
            <a:extLst xmlns:a="http://schemas.openxmlformats.org/drawingml/2006/main">
              <a:ext uri="{FF2B5EF4-FFF2-40B4-BE49-F238E27FC236}">
                <a16:creationId xmlns:a16="http://schemas.microsoft.com/office/drawing/2014/main" id="{7205F2EA-142D-4E55-BE6E-9CC9D76E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7652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DB2BC"/>
                </a:solidFill>
              </a:defRPr>
            </a:pPr>
            <a:r>
              <a:rPr sz="825" b="0">
                <a:solidFill>
                  <a:srgbClr val="ADB2BC"/>
                </a:solidFill>
              </a:rPr>
              <a:t>O(1)</a:t>
            </a:r>
          </a:p>
        </p:txBody>
      </p:sp>
      <p:sp>
        <p:nvSpPr>
          <p:cNvPr id="40" name="after-option-1">
            <a:extLst xmlns:a="http://schemas.openxmlformats.org/drawingml/2006/main">
              <a:ext uri="{FF2B5EF4-FFF2-40B4-BE49-F238E27FC236}">
                <a16:creationId xmlns:a16="http://schemas.microsoft.com/office/drawing/2014/main" id="{F954A480-3503-4956-8E96-E44658D4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7180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323"/>
          </a:solidFill>
          <a:ln xmlns:a="http://schemas.openxmlformats.org/drawingml/2006/main" w="13335">
            <a:solidFill>
              <a:srgbClr val="A3E635"/>
            </a:solidFill>
            <a:prstDash val="solid"/>
          </a:ln>
        </p:spPr>
      </p:sp>
      <p:sp>
        <p:nvSpPr>
          <p:cNvPr id="41" name="after-option-label-1">
            <a:extLst xmlns:a="http://schemas.openxmlformats.org/drawingml/2006/main">
              <a:ext uri="{FF2B5EF4-FFF2-40B4-BE49-F238E27FC236}">
                <a16:creationId xmlns:a16="http://schemas.microsoft.com/office/drawing/2014/main" id="{54E6103B-6DA5-4526-A80A-41B97F9D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3847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3E635"/>
                </a:solidFill>
              </a:defRPr>
            </a:pPr>
            <a:r>
              <a:rPr sz="750" b="1">
                <a:solidFill>
                  <a:srgbClr val="A3E635"/>
                </a:solidFill>
              </a:rPr>
              <a:t>B</a:t>
            </a:r>
          </a:p>
        </p:txBody>
      </p:sp>
      <p:sp>
        <p:nvSpPr>
          <p:cNvPr id="42" name="after-option-copy-1">
            <a:extLst xmlns:a="http://schemas.openxmlformats.org/drawingml/2006/main">
              <a:ext uri="{FF2B5EF4-FFF2-40B4-BE49-F238E27FC236}">
                <a16:creationId xmlns:a16="http://schemas.microsoft.com/office/drawing/2014/main" id="{B853D1EA-EBBA-4371-94ED-37EEA4FB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3847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A3E635"/>
                </a:solidFill>
              </a:defRPr>
            </a:pPr>
            <a:r>
              <a:rPr sz="825" b="1">
                <a:solidFill>
                  <a:srgbClr val="A3E635"/>
                </a:solidFill>
              </a:rPr>
              <a:t>O(log n)</a:t>
            </a:r>
          </a:p>
        </p:txBody>
      </p:sp>
      <p:sp>
        <p:nvSpPr>
          <p:cNvPr id="43" name="after-correct">
            <a:extLst xmlns:a="http://schemas.openxmlformats.org/drawingml/2006/main">
              <a:ext uri="{FF2B5EF4-FFF2-40B4-BE49-F238E27FC236}">
                <a16:creationId xmlns:a16="http://schemas.microsoft.com/office/drawing/2014/main" id="{D59E72CF-AB71-4D3A-8D26-3B6D539E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38475"/>
            <a:ext cx="781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A3E635"/>
                </a:solidFill>
              </a:defRPr>
            </a:pPr>
            <a:r>
              <a:rPr sz="675" b="1">
                <a:solidFill>
                  <a:srgbClr val="A3E635"/>
                </a:solidFill>
              </a:rPr>
              <a:t>CORRECT</a:t>
            </a:r>
          </a:p>
        </p:txBody>
      </p:sp>
      <p:sp>
        <p:nvSpPr>
          <p:cNvPr id="44" name="after-option-2">
            <a:extLst xmlns:a="http://schemas.openxmlformats.org/drawingml/2006/main">
              <a:ext uri="{FF2B5EF4-FFF2-40B4-BE49-F238E27FC236}">
                <a16:creationId xmlns:a16="http://schemas.microsoft.com/office/drawing/2014/main" id="{DAA8BBDF-F8BA-4498-BB98-51E3656E2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2F35"/>
          </a:solidFill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45" name="after-option-label-2">
            <a:extLst xmlns:a="http://schemas.openxmlformats.org/drawingml/2006/main">
              <a:ext uri="{FF2B5EF4-FFF2-40B4-BE49-F238E27FC236}">
                <a16:creationId xmlns:a16="http://schemas.microsoft.com/office/drawing/2014/main" id="{1D15C02B-EBBE-4F9C-8A5D-D6C231A4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0042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096A1"/>
                </a:solidFill>
              </a:defRPr>
            </a:pPr>
            <a:r>
              <a:rPr sz="750" b="1">
                <a:solidFill>
                  <a:srgbClr val="9096A1"/>
                </a:solidFill>
              </a:rPr>
              <a:t>C</a:t>
            </a:r>
          </a:p>
        </p:txBody>
      </p:sp>
      <p:sp>
        <p:nvSpPr>
          <p:cNvPr id="46" name="after-option-copy-2">
            <a:extLst xmlns:a="http://schemas.openxmlformats.org/drawingml/2006/main">
              <a:ext uri="{FF2B5EF4-FFF2-40B4-BE49-F238E27FC236}">
                <a16:creationId xmlns:a16="http://schemas.microsoft.com/office/drawing/2014/main" id="{99B020B8-C610-4B56-9CF0-1D50BD46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0042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DB2BC"/>
                </a:solidFill>
              </a:defRPr>
            </a:pPr>
            <a:r>
              <a:rPr sz="825" b="0">
                <a:solidFill>
                  <a:srgbClr val="ADB2BC"/>
                </a:solidFill>
              </a:rPr>
              <a:t>O(n)</a:t>
            </a:r>
          </a:p>
        </p:txBody>
      </p:sp>
      <p:sp>
        <p:nvSpPr>
          <p:cNvPr id="47" name="after-option-3">
            <a:extLst xmlns:a="http://schemas.openxmlformats.org/drawingml/2006/main">
              <a:ext uri="{FF2B5EF4-FFF2-40B4-BE49-F238E27FC236}">
                <a16:creationId xmlns:a16="http://schemas.microsoft.com/office/drawing/2014/main" id="{B5F694FE-D93E-486E-86B8-CF7AB68E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9570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2F35"/>
          </a:solidFill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48" name="after-option-label-3">
            <a:extLst xmlns:a="http://schemas.openxmlformats.org/drawingml/2006/main">
              <a:ext uri="{FF2B5EF4-FFF2-40B4-BE49-F238E27FC236}">
                <a16:creationId xmlns:a16="http://schemas.microsoft.com/office/drawing/2014/main" id="{C1F6DDD7-C262-46FE-B0AB-EB3B1818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62375"/>
            <a:ext cx="228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096A1"/>
                </a:solidFill>
              </a:defRPr>
            </a:pPr>
            <a:r>
              <a:rPr sz="750" b="1">
                <a:solidFill>
                  <a:srgbClr val="9096A1"/>
                </a:solidFill>
              </a:rPr>
              <a:t>D</a:t>
            </a:r>
          </a:p>
        </p:txBody>
      </p:sp>
      <p:sp>
        <p:nvSpPr>
          <p:cNvPr id="49" name="after-option-copy-3">
            <a:extLst xmlns:a="http://schemas.openxmlformats.org/drawingml/2006/main">
              <a:ext uri="{FF2B5EF4-FFF2-40B4-BE49-F238E27FC236}">
                <a16:creationId xmlns:a16="http://schemas.microsoft.com/office/drawing/2014/main" id="{BE51A20B-CAA2-4E46-BE6F-7B0B5C63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62375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DB2BC"/>
                </a:solidFill>
              </a:defRPr>
            </a:pPr>
            <a:r>
              <a:rPr sz="825" b="0">
                <a:solidFill>
                  <a:srgbClr val="ADB2BC"/>
                </a:solidFill>
              </a:rPr>
              <a:t>O(n log n)</a:t>
            </a:r>
          </a:p>
        </p:txBody>
      </p:sp>
      <p:sp>
        <p:nvSpPr>
          <p:cNvPr id="50" name="after-divider">
            <a:extLst xmlns:a="http://schemas.openxmlformats.org/drawingml/2006/main">
              <a:ext uri="{FF2B5EF4-FFF2-40B4-BE49-F238E27FC236}">
                <a16:creationId xmlns:a16="http://schemas.microsoft.com/office/drawing/2014/main" id="{92A763ED-4E43-47EA-B5B0-3371FF0A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885950"/>
            <a:ext cx="0" cy="2324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51" name="after-explanation-label">
            <a:extLst xmlns:a="http://schemas.openxmlformats.org/drawingml/2006/main">
              <a:ext uri="{FF2B5EF4-FFF2-40B4-BE49-F238E27FC236}">
                <a16:creationId xmlns:a16="http://schemas.microsoft.com/office/drawing/2014/main" id="{53C2E748-867D-4AC1-BEB4-02371F2C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952625"/>
            <a:ext cx="18859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3E635"/>
                </a:solidFill>
              </a:defRPr>
            </a:pPr>
            <a:r>
              <a:rPr sz="750" b="1">
                <a:solidFill>
                  <a:srgbClr val="A3E635"/>
                </a:solidFill>
              </a:rPr>
              <a:t>RATIONALE REVEALED</a:t>
            </a:r>
          </a:p>
        </p:txBody>
      </p:sp>
      <p:sp>
        <p:nvSpPr>
          <p:cNvPr id="52" name="after-concept-label">
            <a:extLst xmlns:a="http://schemas.openxmlformats.org/drawingml/2006/main">
              <a:ext uri="{FF2B5EF4-FFF2-40B4-BE49-F238E27FC236}">
                <a16:creationId xmlns:a16="http://schemas.microsoft.com/office/drawing/2014/main" id="{04E7BC2A-A2E0-4C17-9F29-3549BD1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859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ADB2BC"/>
                </a:solidFill>
              </a:defRPr>
            </a:pPr>
            <a:r>
              <a:rPr sz="675" b="1">
                <a:solidFill>
                  <a:srgbClr val="ADB2BC"/>
                </a:solidFill>
              </a:rPr>
              <a:t>WHAT THIS TESTS</a:t>
            </a:r>
          </a:p>
        </p:txBody>
      </p:sp>
      <p:sp>
        <p:nvSpPr>
          <p:cNvPr id="53" name="after-concept">
            <a:extLst xmlns:a="http://schemas.openxmlformats.org/drawingml/2006/main">
              <a:ext uri="{FF2B5EF4-FFF2-40B4-BE49-F238E27FC236}">
                <a16:creationId xmlns:a16="http://schemas.microsoft.com/office/drawing/2014/main" id="{6BB80D71-65D1-4870-91F2-F9809F73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505075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5F3ED"/>
                </a:solidFill>
              </a:defRPr>
            </a:pPr>
            <a:r>
              <a:rPr sz="938" b="1">
                <a:solidFill>
                  <a:srgbClr val="F5F3ED"/>
                </a:solidFill>
              </a:rPr>
              <a:t>Balanced-tree search height</a:t>
            </a:r>
          </a:p>
        </p:txBody>
      </p:sp>
      <p:sp>
        <p:nvSpPr>
          <p:cNvPr id="54" name="after-reason-rule">
            <a:extLst xmlns:a="http://schemas.openxmlformats.org/drawingml/2006/main">
              <a:ext uri="{FF2B5EF4-FFF2-40B4-BE49-F238E27FC236}">
                <a16:creationId xmlns:a16="http://schemas.microsoft.com/office/drawing/2014/main" id="{3CE858AD-6C28-4149-8D6C-6D0C36A8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33700"/>
            <a:ext cx="1885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65B66"/>
            </a:solidFill>
            <a:prstDash val="solid"/>
          </a:ln>
        </p:spPr>
      </p:sp>
      <p:sp>
        <p:nvSpPr>
          <p:cNvPr id="55" name="after-explanation">
            <a:extLst xmlns:a="http://schemas.openxmlformats.org/drawingml/2006/main">
              <a:ext uri="{FF2B5EF4-FFF2-40B4-BE49-F238E27FC236}">
                <a16:creationId xmlns:a16="http://schemas.microsoft.com/office/drawing/2014/main" id="{52FBA9BC-7290-4661-B942-017F04BE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05150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F5F3ED"/>
                </a:solidFill>
              </a:defRPr>
            </a:pPr>
            <a:r>
              <a:rPr sz="840" b="0">
                <a:solidFill>
                  <a:srgbClr val="F5F3ED"/>
                </a:solidFill>
              </a:rPr>
              <a:t>Each comparison discards roughly half of the remaining subtree, so search follows one root-to-leaf path of height O(log n).</a:t>
            </a:r>
          </a:p>
        </p:txBody>
      </p:sp>
      <p:sp>
        <p:nvSpPr>
          <p:cNvPr id="56" name="after-note">
            <a:extLst xmlns:a="http://schemas.openxmlformats.org/drawingml/2006/main">
              <a:ext uri="{FF2B5EF4-FFF2-40B4-BE49-F238E27FC236}">
                <a16:creationId xmlns:a16="http://schemas.microsoft.com/office/drawing/2014/main" id="{D8D0DFF5-DB3D-45C2-A114-C8833A05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010025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ADB2BC"/>
                </a:solidFill>
              </a:defRPr>
            </a:pPr>
            <a:r>
              <a:rPr sz="750" b="0">
                <a:solidFill>
                  <a:srgbClr val="ADB2BC"/>
                </a:solidFill>
              </a:rPr>
              <a:t>The same selection also enables challenge-quality feedback.</a:t>
            </a:r>
          </a:p>
        </p:txBody>
      </p:sp>
      <p:sp>
        <p:nvSpPr>
          <p:cNvPr id="57" name="live-label">
            <a:extLst xmlns:a="http://schemas.openxmlformats.org/drawingml/2006/main">
              <a:ext uri="{FF2B5EF4-FFF2-40B4-BE49-F238E27FC236}">
                <a16:creationId xmlns:a16="http://schemas.microsoft.com/office/drawing/2014/main" id="{5B20658E-ADC5-414D-87BD-7C1B0570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529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78BFA"/>
                </a:solidFill>
              </a:defRPr>
            </a:pPr>
            <a:r>
              <a:rPr sz="900" b="1">
                <a:solidFill>
                  <a:srgbClr val="A78BFA"/>
                </a:solidFill>
              </a:rPr>
              <a:t>LIVE CHALLENGE CREATION · SEPARATE FROM THE INTERACTION ABOVE</a:t>
            </a:r>
          </a:p>
        </p:txBody>
      </p:sp>
      <p:sp>
        <p:nvSpPr>
          <p:cNvPr id="58" name="live-arrow-0">
            <a:extLst xmlns:a="http://schemas.openxmlformats.org/drawingml/2006/main">
              <a:ext uri="{FF2B5EF4-FFF2-40B4-BE49-F238E27FC236}">
                <a16:creationId xmlns:a16="http://schemas.microsoft.com/office/drawing/2014/main" id="{6B4BBE21-8C89-4896-A5C8-3F5C4380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3149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59" name="live-arrow-1">
            <a:extLst xmlns:a="http://schemas.openxmlformats.org/drawingml/2006/main">
              <a:ext uri="{FF2B5EF4-FFF2-40B4-BE49-F238E27FC236}">
                <a16:creationId xmlns:a16="http://schemas.microsoft.com/office/drawing/2014/main" id="{A0C0A60C-8660-4F61-90A3-B265F502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3149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60" name="live-arrow-2">
            <a:extLst xmlns:a="http://schemas.openxmlformats.org/drawingml/2006/main">
              <a:ext uri="{FF2B5EF4-FFF2-40B4-BE49-F238E27FC236}">
                <a16:creationId xmlns:a16="http://schemas.microsoft.com/office/drawing/2014/main" id="{5847261F-FC46-4630-937A-5BFCC7C2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149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61" name="live-arrow-3">
            <a:extLst xmlns:a="http://schemas.openxmlformats.org/drawingml/2006/main">
              <a:ext uri="{FF2B5EF4-FFF2-40B4-BE49-F238E27FC236}">
                <a16:creationId xmlns:a16="http://schemas.microsoft.com/office/drawing/2014/main" id="{B7C650A4-F3FF-45E9-9511-E2EC4F55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1495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E635"/>
          </a:solidFill>
          <a:ln xmlns:a="http://schemas.openxmlformats.org/drawingml/2006/main" w="0">
            <a:solidFill>
              <a:srgbClr val="A3E635"/>
            </a:solidFill>
            <a:prstDash val="solid"/>
          </a:ln>
        </p:spPr>
      </p:sp>
      <p:sp>
        <p:nvSpPr>
          <p:cNvPr id="62" name="live-node-0">
            <a:extLst xmlns:a="http://schemas.openxmlformats.org/drawingml/2006/main">
              <a:ext uri="{FF2B5EF4-FFF2-40B4-BE49-F238E27FC236}">
                <a16:creationId xmlns:a16="http://schemas.microsoft.com/office/drawing/2014/main" id="{E5CCF8B6-81AA-4555-B050-0E168262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57775"/>
            <a:ext cx="142875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302B46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63" name="live-head-0">
            <a:extLst xmlns:a="http://schemas.openxmlformats.org/drawingml/2006/main">
              <a:ext uri="{FF2B5EF4-FFF2-40B4-BE49-F238E27FC236}">
                <a16:creationId xmlns:a16="http://schemas.microsoft.com/office/drawing/2014/main" id="{7CDA7DB6-D1DC-480B-B587-5B8B0170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53025"/>
            <a:ext cx="12001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A78BFA"/>
                </a:solidFill>
              </a:defRPr>
            </a:pPr>
            <a:r>
              <a:rPr sz="713" b="1">
                <a:solidFill>
                  <a:srgbClr val="A78BFA"/>
                </a:solidFill>
              </a:rPr>
              <a:t>SESSION</a:t>
            </a:r>
          </a:p>
        </p:txBody>
      </p:sp>
      <p:sp>
        <p:nvSpPr>
          <p:cNvPr id="64" name="live-copy-0">
            <a:extLst xmlns:a="http://schemas.openxmlformats.org/drawingml/2006/main">
              <a:ext uri="{FF2B5EF4-FFF2-40B4-BE49-F238E27FC236}">
                <a16:creationId xmlns:a16="http://schemas.microsoft.com/office/drawing/2014/main" id="{3F43CA5A-99F8-4C96-A6DE-81DC4D1C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6257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5F3ED"/>
                </a:solidFill>
              </a:defRPr>
            </a:pPr>
            <a:r>
              <a:rPr sz="863" b="1">
                <a:solidFill>
                  <a:srgbClr val="F5F3ED"/>
                </a:solidFill>
              </a:rPr>
              <a:t>Clerk user</a:t>
            </a:r>
          </a:p>
        </p:txBody>
      </p:sp>
      <p:sp>
        <p:nvSpPr>
          <p:cNvPr id="65" name="live-node-1">
            <a:extLst xmlns:a="http://schemas.openxmlformats.org/drawingml/2006/main">
              <a:ext uri="{FF2B5EF4-FFF2-40B4-BE49-F238E27FC236}">
                <a16:creationId xmlns:a16="http://schemas.microsoft.com/office/drawing/2014/main" id="{262572B9-8830-45FC-B7A3-357A0614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57775"/>
            <a:ext cx="142875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302B46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66" name="live-head-1">
            <a:extLst xmlns:a="http://schemas.openxmlformats.org/drawingml/2006/main">
              <a:ext uri="{FF2B5EF4-FFF2-40B4-BE49-F238E27FC236}">
                <a16:creationId xmlns:a16="http://schemas.microsoft.com/office/drawing/2014/main" id="{52D9E2AC-6048-418E-B24B-2CB7E524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153025"/>
            <a:ext cx="12001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A78BFA"/>
                </a:solidFill>
              </a:defRPr>
            </a:pPr>
            <a:r>
              <a:rPr sz="713" b="1">
                <a:solidFill>
                  <a:srgbClr val="A78BFA"/>
                </a:solidFill>
              </a:rPr>
              <a:t>QUOTA</a:t>
            </a:r>
          </a:p>
        </p:txBody>
      </p:sp>
      <p:sp>
        <p:nvSpPr>
          <p:cNvPr id="67" name="live-copy-1">
            <a:extLst xmlns:a="http://schemas.openxmlformats.org/drawingml/2006/main">
              <a:ext uri="{FF2B5EF4-FFF2-40B4-BE49-F238E27FC236}">
                <a16:creationId xmlns:a16="http://schemas.microsoft.com/office/drawing/2014/main" id="{CF9789AA-05EC-4A5F-825F-92942CEA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36257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5F3ED"/>
                </a:solidFill>
              </a:defRPr>
            </a:pPr>
            <a:r>
              <a:rPr sz="863" b="1">
                <a:solidFill>
                  <a:srgbClr val="F5F3ED"/>
                </a:solidFill>
              </a:rPr>
              <a:t>&gt; 0</a:t>
            </a:r>
          </a:p>
        </p:txBody>
      </p:sp>
      <p:sp>
        <p:nvSpPr>
          <p:cNvPr id="68" name="live-node-2">
            <a:extLst xmlns:a="http://schemas.openxmlformats.org/drawingml/2006/main">
              <a:ext uri="{FF2B5EF4-FFF2-40B4-BE49-F238E27FC236}">
                <a16:creationId xmlns:a16="http://schemas.microsoft.com/office/drawing/2014/main" id="{8C2013AF-8AE6-4BB0-A039-5AF5E01F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57775"/>
            <a:ext cx="142875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302B46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69" name="live-head-2">
            <a:extLst xmlns:a="http://schemas.openxmlformats.org/drawingml/2006/main">
              <a:ext uri="{FF2B5EF4-FFF2-40B4-BE49-F238E27FC236}">
                <a16:creationId xmlns:a16="http://schemas.microsoft.com/office/drawing/2014/main" id="{0A2C57FA-BDE8-4FED-A7D8-4A4CD4EB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53025"/>
            <a:ext cx="12001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A78BFA"/>
                </a:solidFill>
              </a:defRPr>
            </a:pPr>
            <a:r>
              <a:rPr sz="713" b="1">
                <a:solidFill>
                  <a:srgbClr val="A78BFA"/>
                </a:solidFill>
              </a:rPr>
              <a:t>PROVIDER</a:t>
            </a:r>
          </a:p>
        </p:txBody>
      </p:sp>
      <p:sp>
        <p:nvSpPr>
          <p:cNvPr id="70" name="live-copy-2">
            <a:extLst xmlns:a="http://schemas.openxmlformats.org/drawingml/2006/main">
              <a:ext uri="{FF2B5EF4-FFF2-40B4-BE49-F238E27FC236}">
                <a16:creationId xmlns:a16="http://schemas.microsoft.com/office/drawing/2014/main" id="{53332E5B-79A1-41C6-B784-5CC23190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2575"/>
            <a:ext cx="1200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5F3ED"/>
                </a:solidFill>
              </a:defRPr>
            </a:pPr>
            <a:r>
              <a:rPr sz="863" b="1">
                <a:solidFill>
                  <a:srgbClr val="F5F3ED"/>
                </a:solidFill>
              </a:rPr>
              <a:t>one JSON</a:t>
            </a:r>
          </a:p>
        </p:txBody>
      </p:sp>
      <p:sp>
        <p:nvSpPr>
          <p:cNvPr id="71" name="live-node-3">
            <a:extLst xmlns:a="http://schemas.openxmlformats.org/drawingml/2006/main">
              <a:ext uri="{FF2B5EF4-FFF2-40B4-BE49-F238E27FC236}">
                <a16:creationId xmlns:a16="http://schemas.microsoft.com/office/drawing/2014/main" id="{4424E2CC-40EA-43F5-BE51-C35FFC6F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057775"/>
            <a:ext cx="173355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302B46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72" name="live-head-3">
            <a:extLst xmlns:a="http://schemas.openxmlformats.org/drawingml/2006/main">
              <a:ext uri="{FF2B5EF4-FFF2-40B4-BE49-F238E27FC236}">
                <a16:creationId xmlns:a16="http://schemas.microsoft.com/office/drawing/2014/main" id="{CFF8517A-7B53-4C57-AE18-00D3C12D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53025"/>
            <a:ext cx="15049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A78BFA"/>
                </a:solidFill>
              </a:defRPr>
            </a:pPr>
            <a:r>
              <a:rPr sz="713" b="1">
                <a:solidFill>
                  <a:srgbClr val="A78BFA"/>
                </a:solidFill>
              </a:rPr>
              <a:t>PYDANTIC</a:t>
            </a:r>
          </a:p>
        </p:txBody>
      </p:sp>
      <p:sp>
        <p:nvSpPr>
          <p:cNvPr id="73" name="live-copy-3">
            <a:extLst xmlns:a="http://schemas.openxmlformats.org/drawingml/2006/main">
              <a:ext uri="{FF2B5EF4-FFF2-40B4-BE49-F238E27FC236}">
                <a16:creationId xmlns:a16="http://schemas.microsoft.com/office/drawing/2014/main" id="{06E88955-89A5-4527-908F-B36C916C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362575"/>
            <a:ext cx="1504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5F3ED"/>
                </a:solidFill>
              </a:defRPr>
            </a:pPr>
            <a:r>
              <a:rPr sz="863" b="1">
                <a:solidFill>
                  <a:srgbClr val="F5F3ED"/>
                </a:solidFill>
              </a:rPr>
              <a:t>4 unique</a:t>
            </a:r>
          </a:p>
          <a:p xmlns:a="http://schemas.openxmlformats.org/drawingml/2006/main">
            <a:pPr algn="l">
              <a:defRPr sz="863" b="1">
                <a:solidFill>
                  <a:srgbClr val="F5F3ED"/>
                </a:solidFill>
              </a:defRPr>
            </a:pPr>
            <a:r>
              <a:rPr sz="863" b="1">
                <a:solidFill>
                  <a:srgbClr val="F5F3ED"/>
                </a:solidFill>
              </a:rPr>
              <a:t>answer 0–3</a:t>
            </a:r>
          </a:p>
        </p:txBody>
      </p:sp>
      <p:sp>
        <p:nvSpPr>
          <p:cNvPr id="74" name="live-node-4">
            <a:extLst xmlns:a="http://schemas.openxmlformats.org/drawingml/2006/main">
              <a:ext uri="{FF2B5EF4-FFF2-40B4-BE49-F238E27FC236}">
                <a16:creationId xmlns:a16="http://schemas.microsoft.com/office/drawing/2014/main" id="{0A93F6AC-FE2C-40EB-8341-61BCD5B6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57775"/>
            <a:ext cx="209550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263323"/>
          </a:solidFill>
          <a:ln xmlns:a="http://schemas.openxmlformats.org/drawingml/2006/main" w="13335">
            <a:solidFill>
              <a:srgbClr val="A3E635"/>
            </a:solidFill>
            <a:prstDash val="solid"/>
          </a:ln>
        </p:spPr>
      </p:sp>
      <p:sp>
        <p:nvSpPr>
          <p:cNvPr id="75" name="live-head-4">
            <a:extLst xmlns:a="http://schemas.openxmlformats.org/drawingml/2006/main">
              <a:ext uri="{FF2B5EF4-FFF2-40B4-BE49-F238E27FC236}">
                <a16:creationId xmlns:a16="http://schemas.microsoft.com/office/drawing/2014/main" id="{0E36EF40-71DB-4202-BD6C-296DFCB2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53025"/>
            <a:ext cx="1866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A3E635"/>
                </a:solidFill>
              </a:defRPr>
            </a:pPr>
            <a:r>
              <a:rPr sz="713" b="1">
                <a:solidFill>
                  <a:srgbClr val="A3E635"/>
                </a:solidFill>
              </a:rPr>
              <a:t>TRANSACTION</a:t>
            </a:r>
          </a:p>
        </p:txBody>
      </p:sp>
      <p:sp>
        <p:nvSpPr>
          <p:cNvPr id="76" name="live-copy-4">
            <a:extLst xmlns:a="http://schemas.openxmlformats.org/drawingml/2006/main">
              <a:ext uri="{FF2B5EF4-FFF2-40B4-BE49-F238E27FC236}">
                <a16:creationId xmlns:a16="http://schemas.microsoft.com/office/drawing/2014/main" id="{F97CD7DA-40DE-4730-A1E1-9ACABC69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362575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5F3ED"/>
                </a:solidFill>
              </a:defRPr>
            </a:pPr>
            <a:r>
              <a:rPr sz="863" b="1">
                <a:solidFill>
                  <a:srgbClr val="F5F3ED"/>
                </a:solidFill>
              </a:rPr>
              <a:t>challenge +</a:t>
            </a:r>
          </a:p>
          <a:p xmlns:a="http://schemas.openxmlformats.org/drawingml/2006/main">
            <a:pPr algn="ctr">
              <a:defRPr sz="863" b="1">
                <a:solidFill>
                  <a:srgbClr val="F5F3ED"/>
                </a:solidFill>
              </a:defRPr>
            </a:pPr>
            <a:r>
              <a:rPr sz="863" b="1">
                <a:solidFill>
                  <a:srgbClr val="F5F3ED"/>
                </a:solidFill>
              </a:rPr>
              <a:t>quota − 1</a:t>
            </a:r>
          </a:p>
        </p:txBody>
      </p:sp>
      <p:sp>
        <p:nvSpPr>
          <p:cNvPr id="77" name="demo-note">
            <a:extLst xmlns:a="http://schemas.openxmlformats.org/drawingml/2006/main">
              <a:ext uri="{FF2B5EF4-FFF2-40B4-BE49-F238E27FC236}">
                <a16:creationId xmlns:a16="http://schemas.microsoft.com/office/drawing/2014/main" id="{865B7321-317B-410E-A74D-13F009BB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057775"/>
            <a:ext cx="1219200" cy="666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2D2F35"/>
          </a:solidFill>
          <a:ln xmlns:a="http://schemas.openxmlformats.org/drawingml/2006/main" w="9525">
            <a:solidFill>
              <a:srgbClr val="9096A1"/>
            </a:solidFill>
            <a:prstDash val="solid"/>
          </a:ln>
        </p:spPr>
      </p:sp>
      <p:sp>
        <p:nvSpPr>
          <p:cNvPr id="78" name="demo-note-head">
            <a:extLst xmlns:a="http://schemas.openxmlformats.org/drawingml/2006/main">
              <a:ext uri="{FF2B5EF4-FFF2-40B4-BE49-F238E27FC236}">
                <a16:creationId xmlns:a16="http://schemas.microsoft.com/office/drawing/2014/main" id="{E0C6E730-0398-4CF9-B83F-35B8A56C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153025"/>
            <a:ext cx="9906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9096A1"/>
                </a:solidFill>
              </a:defRPr>
            </a:pPr>
            <a:r>
              <a:rPr sz="713" b="1">
                <a:solidFill>
                  <a:srgbClr val="9096A1"/>
                </a:solidFill>
              </a:rPr>
              <a:t>DEMO</a:t>
            </a:r>
          </a:p>
        </p:txBody>
      </p:sp>
      <p:sp>
        <p:nvSpPr>
          <p:cNvPr id="79" name="demo-note-copy">
            <a:extLst xmlns:a="http://schemas.openxmlformats.org/drawingml/2006/main">
              <a:ext uri="{FF2B5EF4-FFF2-40B4-BE49-F238E27FC236}">
                <a16:creationId xmlns:a16="http://schemas.microsoft.com/office/drawing/2014/main" id="{09BB28B2-F7B6-467F-A61F-913ABD5B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5343525"/>
            <a:ext cx="99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F5F3ED"/>
                </a:solidFill>
              </a:defRPr>
            </a:pPr>
            <a:r>
              <a:rPr sz="750" b="0">
                <a:solidFill>
                  <a:srgbClr val="F5F3ED"/>
                </a:solidFill>
              </a:rPr>
              <a:t>same frontend contract; no auth, provider, or DB</a:t>
            </a:r>
          </a:p>
        </p:txBody>
      </p:sp>
      <p:sp>
        <p:nvSpPr>
          <p:cNvPr id="80" name="rollback-link">
            <a:extLst xmlns:a="http://schemas.openxmlformats.org/drawingml/2006/main">
              <a:ext uri="{FF2B5EF4-FFF2-40B4-BE49-F238E27FC236}">
                <a16:creationId xmlns:a16="http://schemas.microsoft.com/office/drawing/2014/main" id="{AD2EDC06-4D6F-43C5-B9FF-6821E723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8102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F2C14E"/>
            </a:solidFill>
            <a:prstDash val="dash"/>
          </a:ln>
        </p:spPr>
      </p:sp>
      <p:sp>
        <p:nvSpPr>
          <p:cNvPr id="81" name="rollback">
            <a:extLst xmlns:a="http://schemas.openxmlformats.org/drawingml/2006/main">
              <a:ext uri="{FF2B5EF4-FFF2-40B4-BE49-F238E27FC236}">
                <a16:creationId xmlns:a16="http://schemas.microsoft.com/office/drawing/2014/main" id="{DDD7FCD8-576E-468B-8132-B657E6E9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048375"/>
            <a:ext cx="3162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F2C14E"/>
                </a:solidFill>
              </a:defRPr>
            </a:pPr>
            <a:r>
              <a:rPr sz="863" b="1">
                <a:solidFill>
                  <a:srgbClr val="F2C14E"/>
                </a:solidFill>
              </a:rPr>
              <a:t>any failure → rollback; quota unchanged</a:t>
            </a:r>
          </a:p>
        </p:txBody>
      </p:sp>
      <p:sp>
        <p:nvSpPr>
          <p:cNvPr id="8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CC62291-CBF2-49E1-A4FC-E2DF3CAD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4365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F5F3ED"/>
            </a:solidFill>
            <a:prstDash val="solid"/>
          </a:ln>
        </p:spPr>
      </p:sp>
      <p:sp>
        <p:nvSpPr>
          <p:cNvPr id="83" name="boundary-head">
            <a:extLst xmlns:a="http://schemas.openxmlformats.org/drawingml/2006/main">
              <a:ext uri="{FF2B5EF4-FFF2-40B4-BE49-F238E27FC236}">
                <a16:creationId xmlns:a16="http://schemas.microsoft.com/office/drawing/2014/main" id="{483675A4-9526-4FE6-8090-E6DD52CE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86525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A3E635"/>
                </a:solidFill>
              </a:defRPr>
            </a:pPr>
            <a:r>
              <a:rPr sz="788" b="1">
                <a:solidFill>
                  <a:srgbClr val="A3E635"/>
                </a:solidFill>
              </a:rPr>
              <a:t>SUPPORTED</a:t>
            </a:r>
          </a:p>
        </p:txBody>
      </p:sp>
      <p:sp>
        <p:nvSpPr>
          <p:cNvPr id="84" name="boundary-supported">
            <a:extLst xmlns:a="http://schemas.openxmlformats.org/drawingml/2006/main">
              <a:ext uri="{FF2B5EF4-FFF2-40B4-BE49-F238E27FC236}">
                <a16:creationId xmlns:a16="http://schemas.microsoft.com/office/drawing/2014/main" id="{A9991169-4703-4F71-9CC5-475108EA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6448425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5F3ED"/>
                </a:solidFill>
              </a:defRPr>
            </a:pPr>
            <a:r>
              <a:rPr sz="863" b="1">
                <a:solidFill>
                  <a:srgbClr val="F5F3ED"/>
                </a:solidFill>
              </a:rPr>
              <a:t>commit-before-rationale interaction · exact four-option validation · atomic challenge-and-quota write</a:t>
            </a:r>
          </a:p>
        </p:txBody>
      </p:sp>
      <p:sp>
        <p:nvSpPr>
          <p:cNvPr id="85" name="not-head">
            <a:extLst xmlns:a="http://schemas.openxmlformats.org/drawingml/2006/main">
              <a:ext uri="{FF2B5EF4-FFF2-40B4-BE49-F238E27FC236}">
                <a16:creationId xmlns:a16="http://schemas.microsoft.com/office/drawing/2014/main" id="{D888A54D-C520-4272-9EA7-DA72A942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6486525"/>
            <a:ext cx="10001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6B6B"/>
                </a:solidFill>
              </a:defRPr>
            </a:pPr>
            <a:r>
              <a:rPr sz="788" b="1">
                <a:solidFill>
                  <a:srgbClr val="FF6B6B"/>
                </a:solidFill>
              </a:rPr>
              <a:t>NOT CLAIMED</a:t>
            </a:r>
          </a:p>
        </p:txBody>
      </p:sp>
      <p:sp>
        <p:nvSpPr>
          <p:cNvPr id="86" name="not-copy">
            <a:extLst xmlns:a="http://schemas.openxmlformats.org/drawingml/2006/main">
              <a:ext uri="{FF2B5EF4-FFF2-40B4-BE49-F238E27FC236}">
                <a16:creationId xmlns:a16="http://schemas.microsoft.com/office/drawing/2014/main" id="{9E8C04B2-BEE6-4A8D-AF4B-18A82205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64484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F5F3ED"/>
                </a:solidFill>
              </a:defRPr>
            </a:pPr>
            <a:r>
              <a:rPr sz="788" b="0">
                <a:solidFill>
                  <a:srgbClr val="F5F3ED"/>
                </a:solidFill>
              </a:rPr>
              <a:t>learning outcomes, interview performance, question quality, or provider accuracy</a:t>
            </a:r>
          </a:p>
        </p:txBody>
      </p:sp>
      <p:sp>
        <p:nvSpPr>
          <p:cNvPr id="87" name="sources">
            <a:extLst xmlns:a="http://schemas.openxmlformats.org/drawingml/2006/main">
              <a:ext uri="{FF2B5EF4-FFF2-40B4-BE49-F238E27FC236}">
                <a16:creationId xmlns:a16="http://schemas.microsoft.com/office/drawing/2014/main" id="{DA3F8A56-1660-40F3-AC49-6A039B88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724650"/>
            <a:ext cx="11391900" cy="104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DB2BC"/>
                </a:solidFill>
              </a:defRPr>
            </a:pPr>
            <a:r>
              <a:rPr sz="675" b="0">
                <a:solidFill>
                  <a:srgbClr val="ADB2BC"/>
                </a:solidFill>
              </a:rPr>
              <a:t>Sources: demo.js · MCQChallenge.jsx · ai_generator.py · routes/challenge.py</a:t>
            </a:r>
          </a:p>
        </p:txBody>
      </p:sp>
    </p:spTree>
    <p:extLst>
      <p:ext uri="{BB962C8B-B14F-4D97-AF65-F5344CB8AC3E}">
        <p14:creationId xmlns:p14="http://schemas.microsoft.com/office/powerpoint/2010/main" val="19310022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2026-07-21T07:17:56.9340000Z</dcterms:created>
  <dcterms:modified xsi:type="dcterms:W3CDTF">2026-07-21T07:17:56.9340000Z</dcterms:modified>
</coreProperties>
</file>