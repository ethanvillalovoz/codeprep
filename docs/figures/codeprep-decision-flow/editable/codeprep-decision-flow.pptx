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f06fc2d69e4ff4" /><Relationship Type="http://schemas.openxmlformats.org/officeDocument/2006/relationships/extended-properties" Target="/docProps/app.xml" Id="Rb25624eaf97e482f" /><Relationship Type="http://schemas.openxmlformats.org/officeDocument/2006/relationships/officeDocument" Target="/ppt/presentation.xml" Id="R7abd3311537042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46335b8b3b54404"/>
  </p:sldMasterIdLst>
  <p:notesMasterIdLst>
    <p:notesMasterId xmlns:r="http://schemas.openxmlformats.org/officeDocument/2006/relationships" r:id="Rc53804bc91f54326"/>
  </p:notesMasterIdLst>
  <p:sldIdLst>
    <p:sldId xmlns:r="http://schemas.openxmlformats.org/officeDocument/2006/relationships" id="256" r:id="Rf204236f2e42428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7887af55b546f5" /><Relationship Type="http://schemas.openxmlformats.org/officeDocument/2006/relationships/slideMaster" Target="/ppt/slideMasters/slideMaster1.xml" Id="R846335b8b3b54404" /><Relationship Type="http://schemas.openxmlformats.org/officeDocument/2006/relationships/notesMaster" Target="/ppt/notesMasters/notesMaster1.xml" Id="Rc53804bc91f54326" /><Relationship Type="http://schemas.openxmlformats.org/officeDocument/2006/relationships/presProps" Target="/ppt/presProps.xml" Id="R19ac2b62b2b246c6" /><Relationship Type="http://schemas.openxmlformats.org/officeDocument/2006/relationships/tableStyles" Target="/ppt/tableStyles.xml" Id="R66f0a0d563b643fe" /><Relationship Type="http://schemas.openxmlformats.org/officeDocument/2006/relationships/slide" Target="/ppt/slides/slide1.xml" Id="Rf204236f2e4242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da5cc0187340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86eecdf80c4936" /><Relationship Type="http://schemas.openxmlformats.org/officeDocument/2006/relationships/notesMaster" Target="/ppt/notesMasters/notesMaster1.xml" Id="Rf7a84488bea241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e1e7e0bd3545a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b7241f1329441d" /><Relationship Type="http://schemas.openxmlformats.org/officeDocument/2006/relationships/slideLayout" Target="/ppt/slideLayouts/slideLayout1.xml" Id="Rbbacf7515d5b4e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acf7515d5b4e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b09fc1a61465b" /><Relationship Type="http://schemas.openxmlformats.org/officeDocument/2006/relationships/notesSlide" Target="/ppt/notesSlides/notesSlide1.xml" Id="R6774f63421de43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title">
            <a:extLst xmlns:a="http://schemas.openxmlformats.org/drawingml/2006/main">
              <a:ext uri="{FF2B5EF4-FFF2-40B4-BE49-F238E27FC236}">
                <a16:creationId xmlns:a16="http://schemas.microsoft.com/office/drawing/2014/main" id="{3B782AA4-2E25-48D1-9739-E2933F56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0201E"/>
                </a:solidFill>
              </a:defRPr>
            </a:pPr>
            <a:r>
              <a:rPr sz="2550" b="1">
                <a:solidFill>
                  <a:srgbClr val="20201E"/>
                </a:solidFill>
              </a:rPr>
              <a:t>CodePrep turns one answer selection into a visible reasoning state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D229805-0482-4122-961F-DC2C000C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76275"/>
            <a:ext cx="11391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C6B66"/>
                </a:solidFill>
              </a:defRPr>
            </a:pPr>
            <a:r>
              <a:rPr sz="1200" b="0">
                <a:solidFill>
                  <a:srgbClr val="6C6B66"/>
                </a:solidFill>
              </a:rPr>
              <a:t>The rationale is absent before commitment and appears immediately after selection; live challenge creation adds a separate validated transaction.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1196414C-0DA5-448E-97E9-136434B0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38225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0201E"/>
            </a:solidFill>
            <a:prstDash val="solid"/>
          </a:ln>
        </p:spPr>
      </p:sp>
      <p:sp>
        <p:nvSpPr>
          <p:cNvPr id="4" name="story-label">
            <a:extLst xmlns:a="http://schemas.openxmlformats.org/drawingml/2006/main">
              <a:ext uri="{FF2B5EF4-FFF2-40B4-BE49-F238E27FC236}">
                <a16:creationId xmlns:a16="http://schemas.microsoft.com/office/drawing/2014/main" id="{D3FF0B75-C732-4C0C-AE48-7B0C5708A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431C"/>
                </a:solidFill>
              </a:defRPr>
            </a:pPr>
            <a:r>
              <a:rPr sz="900" b="1">
                <a:solidFill>
                  <a:srgbClr val="C9431C"/>
                </a:solidFill>
              </a:rPr>
              <a:t>BEFORE  →  ACTION  →  AFTER</a:t>
            </a:r>
          </a:p>
        </p:txBody>
      </p:sp>
      <p:sp>
        <p:nvSpPr>
          <p:cNvPr id="5" name="commit-arrow">
            <a:extLst xmlns:a="http://schemas.openxmlformats.org/drawingml/2006/main">
              <a:ext uri="{FF2B5EF4-FFF2-40B4-BE49-F238E27FC236}">
                <a16:creationId xmlns:a16="http://schemas.microsoft.com/office/drawing/2014/main" id="{6E2BBEBA-DC46-4FF1-A79D-33650C4D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647950"/>
            <a:ext cx="9334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431C"/>
          </a:solidFill>
          <a:ln xmlns:a="http://schemas.openxmlformats.org/drawingml/2006/main" w="0">
            <a:solidFill>
              <a:srgbClr val="C9431C"/>
            </a:solidFill>
            <a:prstDash val="solid"/>
          </a:ln>
        </p:spPr>
      </p:sp>
      <p:sp>
        <p:nvSpPr>
          <p:cNvPr id="6" name="commit-label">
            <a:extLst xmlns:a="http://schemas.openxmlformats.org/drawingml/2006/main">
              <a:ext uri="{FF2B5EF4-FFF2-40B4-BE49-F238E27FC236}">
                <a16:creationId xmlns:a16="http://schemas.microsoft.com/office/drawing/2014/main" id="{4CFCDAAC-8194-42E1-BB94-43B2221D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36220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9431C"/>
                </a:solidFill>
              </a:defRPr>
            </a:pPr>
            <a:r>
              <a:rPr sz="900" b="1">
                <a:solidFill>
                  <a:srgbClr val="C9431C"/>
                </a:solidFill>
              </a:rPr>
              <a:t>select B</a:t>
            </a:r>
          </a:p>
        </p:txBody>
      </p:sp>
      <p:sp>
        <p:nvSpPr>
          <p:cNvPr id="7" name="commit-value">
            <a:extLst xmlns:a="http://schemas.openxmlformats.org/drawingml/2006/main">
              <a:ext uri="{FF2B5EF4-FFF2-40B4-BE49-F238E27FC236}">
                <a16:creationId xmlns:a16="http://schemas.microsoft.com/office/drawing/2014/main" id="{0F8C9B68-D3D5-4A1B-B396-475B8136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9051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C9431C"/>
                </a:solidFill>
              </a:defRPr>
            </a:pPr>
            <a:r>
              <a:rPr sz="825" b="1">
                <a:solidFill>
                  <a:srgbClr val="C9431C"/>
                </a:solidFill>
              </a:rPr>
              <a:t>O(log n)</a:t>
            </a:r>
          </a:p>
        </p:txBody>
      </p:sp>
      <p:sp>
        <p:nvSpPr>
          <p:cNvPr id="8" name="before-frame">
            <a:extLst xmlns:a="http://schemas.openxmlformats.org/drawingml/2006/main">
              <a:ext uri="{FF2B5EF4-FFF2-40B4-BE49-F238E27FC236}">
                <a16:creationId xmlns:a16="http://schemas.microsoft.com/office/drawing/2014/main" id="{E1BE9995-A864-4E50-9C71-52785333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57325"/>
            <a:ext cx="4476750" cy="3076575"/>
          </a:xfrm>
          <a:prstGeom xmlns:a="http://schemas.openxmlformats.org/drawingml/2006/main" prst="roundRect">
            <a:avLst>
              <a:gd name="adj" fmla="val 18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817F79"/>
            </a:solidFill>
            <a:prstDash val="solid"/>
          </a:ln>
        </p:spPr>
      </p:sp>
      <p:sp>
        <p:nvSpPr>
          <p:cNvPr id="9" name="before-topbar">
            <a:extLst xmlns:a="http://schemas.openxmlformats.org/drawingml/2006/main">
              <a:ext uri="{FF2B5EF4-FFF2-40B4-BE49-F238E27FC236}">
                <a16:creationId xmlns:a16="http://schemas.microsoft.com/office/drawing/2014/main" id="{DAC5076A-B89C-4E2F-8E55-0BDE1ED3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57325"/>
            <a:ext cx="44767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5"/>
          </a:solidFill>
          <a:ln xmlns:a="http://schemas.openxmlformats.org/drawingml/2006/main" w="9525">
            <a:solidFill>
              <a:srgbClr val="817F79"/>
            </a:solidFill>
            <a:prstDash val="solid"/>
          </a:ln>
        </p:spPr>
      </p:sp>
      <p:sp>
        <p:nvSpPr>
          <p:cNvPr id="10" name="before-state">
            <a:extLst xmlns:a="http://schemas.openxmlformats.org/drawingml/2006/main">
              <a:ext uri="{FF2B5EF4-FFF2-40B4-BE49-F238E27FC236}">
                <a16:creationId xmlns:a16="http://schemas.microsoft.com/office/drawing/2014/main" id="{E118AF94-DAD7-4C89-81DD-AFD60232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17F79"/>
                </a:solidFill>
              </a:defRPr>
            </a:pPr>
            <a:r>
              <a:rPr sz="750" b="1">
                <a:solidFill>
                  <a:srgbClr val="817F79"/>
                </a:solidFill>
              </a:rPr>
              <a:t>STATE 0 · UNANSWERED</a:t>
            </a:r>
          </a:p>
        </p:txBody>
      </p:sp>
      <p:sp>
        <p:nvSpPr>
          <p:cNvPr id="11" name="before-difficulty">
            <a:extLst xmlns:a="http://schemas.openxmlformats.org/drawingml/2006/main">
              <a:ext uri="{FF2B5EF4-FFF2-40B4-BE49-F238E27FC236}">
                <a16:creationId xmlns:a16="http://schemas.microsoft.com/office/drawing/2014/main" id="{3DE4E518-550A-4E06-BDC3-EF03B348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43050"/>
            <a:ext cx="628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C9431C"/>
                </a:solidFill>
              </a:defRPr>
            </a:pPr>
            <a:r>
              <a:rPr sz="750" b="1">
                <a:solidFill>
                  <a:srgbClr val="C9431C"/>
                </a:solidFill>
              </a:rPr>
              <a:t>MEDIUM</a:t>
            </a:r>
          </a:p>
        </p:txBody>
      </p:sp>
      <p:sp>
        <p:nvSpPr>
          <p:cNvPr id="12" name="before-question">
            <a:extLst xmlns:a="http://schemas.openxmlformats.org/drawingml/2006/main">
              <a:ext uri="{FF2B5EF4-FFF2-40B4-BE49-F238E27FC236}">
                <a16:creationId xmlns:a16="http://schemas.microsoft.com/office/drawing/2014/main" id="{56B96682-321E-4ABE-9945-BBCD9CE0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0201E"/>
                </a:solidFill>
              </a:defRPr>
            </a:pPr>
            <a:r>
              <a:rPr sz="1125" b="1">
                <a:solidFill>
                  <a:srgbClr val="20201E"/>
                </a:solidFill>
              </a:rPr>
              <a:t>What is the time complexity of finding a value in a balanced binary search tree?</a:t>
            </a:r>
          </a:p>
        </p:txBody>
      </p:sp>
      <p:sp>
        <p:nvSpPr>
          <p:cNvPr id="13" name="before-instruction">
            <a:extLst xmlns:a="http://schemas.openxmlformats.org/drawingml/2006/main">
              <a:ext uri="{FF2B5EF4-FFF2-40B4-BE49-F238E27FC236}">
                <a16:creationId xmlns:a16="http://schemas.microsoft.com/office/drawing/2014/main" id="{91170DF6-5DE2-4512-9CCE-886FAA9D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209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C6B66"/>
                </a:solidFill>
              </a:defRPr>
            </a:pPr>
            <a:r>
              <a:rPr sz="788" b="0">
                <a:solidFill>
                  <a:srgbClr val="6C6B66"/>
                </a:solidFill>
              </a:rPr>
              <a:t>Choose one answer.</a:t>
            </a:r>
          </a:p>
        </p:txBody>
      </p:sp>
      <p:sp>
        <p:nvSpPr>
          <p:cNvPr id="14" name="before-option-0">
            <a:extLst xmlns:a="http://schemas.openxmlformats.org/drawingml/2006/main">
              <a:ext uri="{FF2B5EF4-FFF2-40B4-BE49-F238E27FC236}">
                <a16:creationId xmlns:a16="http://schemas.microsoft.com/office/drawing/2014/main" id="{A74A8837-583B-413F-8E8E-5D50F383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0035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15" name="before-option-label-0">
            <a:extLst xmlns:a="http://schemas.openxmlformats.org/drawingml/2006/main">
              <a:ext uri="{FF2B5EF4-FFF2-40B4-BE49-F238E27FC236}">
                <a16:creationId xmlns:a16="http://schemas.microsoft.com/office/drawing/2014/main" id="{1940C9B1-38B7-42DC-893A-5384BD4D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17F79"/>
                </a:solidFill>
              </a:defRPr>
            </a:pPr>
            <a:r>
              <a:rPr sz="750" b="1">
                <a:solidFill>
                  <a:srgbClr val="817F79"/>
                </a:solidFill>
              </a:rPr>
              <a:t>A</a:t>
            </a:r>
          </a:p>
        </p:txBody>
      </p:sp>
      <p:sp>
        <p:nvSpPr>
          <p:cNvPr id="16" name="before-option-copy-0">
            <a:extLst xmlns:a="http://schemas.openxmlformats.org/drawingml/2006/main">
              <a:ext uri="{FF2B5EF4-FFF2-40B4-BE49-F238E27FC236}">
                <a16:creationId xmlns:a16="http://schemas.microsoft.com/office/drawing/2014/main" id="{61C274E0-B4B7-4121-B845-D91527A1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670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0201E"/>
                </a:solidFill>
              </a:defRPr>
            </a:pPr>
            <a:r>
              <a:rPr sz="825" b="0">
                <a:solidFill>
                  <a:srgbClr val="20201E"/>
                </a:solidFill>
              </a:rPr>
              <a:t>O(1)</a:t>
            </a:r>
          </a:p>
        </p:txBody>
      </p:sp>
      <p:sp>
        <p:nvSpPr>
          <p:cNvPr id="17" name="before-option-1">
            <a:extLst xmlns:a="http://schemas.openxmlformats.org/drawingml/2006/main">
              <a:ext uri="{FF2B5EF4-FFF2-40B4-BE49-F238E27FC236}">
                <a16:creationId xmlns:a16="http://schemas.microsoft.com/office/drawing/2014/main" id="{30EC338E-4B14-4277-972E-C9895673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6230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18" name="before-option-label-1">
            <a:extLst xmlns:a="http://schemas.openxmlformats.org/drawingml/2006/main">
              <a:ext uri="{FF2B5EF4-FFF2-40B4-BE49-F238E27FC236}">
                <a16:creationId xmlns:a16="http://schemas.microsoft.com/office/drawing/2014/main" id="{F997E857-200E-49D3-9669-E3A50949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17F79"/>
                </a:solidFill>
              </a:defRPr>
            </a:pPr>
            <a:r>
              <a:rPr sz="750" b="1">
                <a:solidFill>
                  <a:srgbClr val="817F79"/>
                </a:solidFill>
              </a:rPr>
              <a:t>B</a:t>
            </a:r>
          </a:p>
        </p:txBody>
      </p:sp>
      <p:sp>
        <p:nvSpPr>
          <p:cNvPr id="19" name="before-option-copy-1">
            <a:extLst xmlns:a="http://schemas.openxmlformats.org/drawingml/2006/main">
              <a:ext uri="{FF2B5EF4-FFF2-40B4-BE49-F238E27FC236}">
                <a16:creationId xmlns:a16="http://schemas.microsoft.com/office/drawing/2014/main" id="{E0DFE5C5-C4A1-4164-B28F-7C1F1E93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2897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0201E"/>
                </a:solidFill>
              </a:defRPr>
            </a:pPr>
            <a:r>
              <a:rPr sz="825" b="0">
                <a:solidFill>
                  <a:srgbClr val="20201E"/>
                </a:solidFill>
              </a:rPr>
              <a:t>O(log n)</a:t>
            </a:r>
          </a:p>
        </p:txBody>
      </p:sp>
      <p:sp>
        <p:nvSpPr>
          <p:cNvPr id="20" name="before-option-2">
            <a:extLst xmlns:a="http://schemas.openxmlformats.org/drawingml/2006/main">
              <a:ext uri="{FF2B5EF4-FFF2-40B4-BE49-F238E27FC236}">
                <a16:creationId xmlns:a16="http://schemas.microsoft.com/office/drawing/2014/main" id="{735C01F6-855F-422C-BB6E-62BC0143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21" name="before-option-label-2">
            <a:extLst xmlns:a="http://schemas.openxmlformats.org/drawingml/2006/main">
              <a:ext uri="{FF2B5EF4-FFF2-40B4-BE49-F238E27FC236}">
                <a16:creationId xmlns:a16="http://schemas.microsoft.com/office/drawing/2014/main" id="{A000ED6B-886A-4CE2-8875-8A23C370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17F79"/>
                </a:solidFill>
              </a:defRPr>
            </a:pPr>
            <a:r>
              <a:rPr sz="750" b="1">
                <a:solidFill>
                  <a:srgbClr val="817F79"/>
                </a:solidFill>
              </a:rPr>
              <a:t>C</a:t>
            </a:r>
          </a:p>
        </p:txBody>
      </p:sp>
      <p:sp>
        <p:nvSpPr>
          <p:cNvPr id="22" name="before-option-copy-2">
            <a:extLst xmlns:a="http://schemas.openxmlformats.org/drawingml/2006/main">
              <a:ext uri="{FF2B5EF4-FFF2-40B4-BE49-F238E27FC236}">
                <a16:creationId xmlns:a16="http://schemas.microsoft.com/office/drawing/2014/main" id="{247179CB-417E-4542-840D-188E1137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909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0201E"/>
                </a:solidFill>
              </a:defRPr>
            </a:pPr>
            <a:r>
              <a:rPr sz="825" b="0">
                <a:solidFill>
                  <a:srgbClr val="20201E"/>
                </a:solidFill>
              </a:rPr>
              <a:t>O(n)</a:t>
            </a:r>
          </a:p>
        </p:txBody>
      </p:sp>
      <p:sp>
        <p:nvSpPr>
          <p:cNvPr id="23" name="before-option-3">
            <a:extLst xmlns:a="http://schemas.openxmlformats.org/drawingml/2006/main">
              <a:ext uri="{FF2B5EF4-FFF2-40B4-BE49-F238E27FC236}">
                <a16:creationId xmlns:a16="http://schemas.microsoft.com/office/drawing/2014/main" id="{099414CD-DA75-478B-952A-EBAB12C4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8620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24" name="before-option-label-3">
            <a:extLst xmlns:a="http://schemas.openxmlformats.org/drawingml/2006/main">
              <a:ext uri="{FF2B5EF4-FFF2-40B4-BE49-F238E27FC236}">
                <a16:creationId xmlns:a16="http://schemas.microsoft.com/office/drawing/2014/main" id="{D780BFFA-A0B2-48A9-89B5-BCC1EA9C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17F79"/>
                </a:solidFill>
              </a:defRPr>
            </a:pPr>
            <a:r>
              <a:rPr sz="750" b="1">
                <a:solidFill>
                  <a:srgbClr val="817F79"/>
                </a:solidFill>
              </a:rPr>
              <a:t>D</a:t>
            </a:r>
          </a:p>
        </p:txBody>
      </p:sp>
      <p:sp>
        <p:nvSpPr>
          <p:cNvPr id="25" name="before-option-copy-3">
            <a:extLst xmlns:a="http://schemas.openxmlformats.org/drawingml/2006/main">
              <a:ext uri="{FF2B5EF4-FFF2-40B4-BE49-F238E27FC236}">
                <a16:creationId xmlns:a16="http://schemas.microsoft.com/office/drawing/2014/main" id="{F4C82DDD-A794-4388-8EB8-C6EB244C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5287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20201E"/>
                </a:solidFill>
              </a:defRPr>
            </a:pPr>
            <a:r>
              <a:rPr sz="825" b="0">
                <a:solidFill>
                  <a:srgbClr val="20201E"/>
                </a:solidFill>
              </a:rPr>
              <a:t>O(n log n)</a:t>
            </a:r>
          </a:p>
        </p:txBody>
      </p:sp>
      <p:sp>
        <p:nvSpPr>
          <p:cNvPr id="26" name="before-divider">
            <a:extLst xmlns:a="http://schemas.openxmlformats.org/drawingml/2006/main">
              <a:ext uri="{FF2B5EF4-FFF2-40B4-BE49-F238E27FC236}">
                <a16:creationId xmlns:a16="http://schemas.microsoft.com/office/drawing/2014/main" id="{FE2A47F6-7FA3-4393-BE25-E03B804B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85950"/>
            <a:ext cx="0" cy="2324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27" name="before-explanation-label">
            <a:extLst xmlns:a="http://schemas.openxmlformats.org/drawingml/2006/main">
              <a:ext uri="{FF2B5EF4-FFF2-40B4-BE49-F238E27FC236}">
                <a16:creationId xmlns:a16="http://schemas.microsoft.com/office/drawing/2014/main" id="{402A33E4-E9AA-416C-A95A-5DCF1462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52625"/>
            <a:ext cx="1143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17F79"/>
                </a:solidFill>
              </a:defRPr>
            </a:pPr>
            <a:r>
              <a:rPr sz="750" b="1">
                <a:solidFill>
                  <a:srgbClr val="817F79"/>
                </a:solidFill>
              </a:rPr>
              <a:t>EXPLANATION</a:t>
            </a:r>
          </a:p>
        </p:txBody>
      </p:sp>
      <p:sp>
        <p:nvSpPr>
          <p:cNvPr id="28" name="before-locked">
            <a:extLst xmlns:a="http://schemas.openxmlformats.org/drawingml/2006/main">
              <a:ext uri="{FF2B5EF4-FFF2-40B4-BE49-F238E27FC236}">
                <a16:creationId xmlns:a16="http://schemas.microsoft.com/office/drawing/2014/main" id="{D6BC94AE-1271-43FD-AC74-91FF00DB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76475"/>
            <a:ext cx="11430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CEAE5"/>
          </a:solidFill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29" name="before-lock">
            <a:extLst xmlns:a="http://schemas.openxmlformats.org/drawingml/2006/main">
              <a:ext uri="{FF2B5EF4-FFF2-40B4-BE49-F238E27FC236}">
                <a16:creationId xmlns:a16="http://schemas.microsoft.com/office/drawing/2014/main" id="{B57C1832-33E2-47FD-B7F2-0F14B734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479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17F79"/>
                </a:solidFill>
              </a:defRPr>
            </a:pPr>
            <a:r>
              <a:rPr sz="975" b="1">
                <a:solidFill>
                  <a:srgbClr val="817F79"/>
                </a:solidFill>
              </a:rPr>
              <a:t>RATIONALE</a:t>
            </a:r>
          </a:p>
          <a:p xmlns:a="http://schemas.openxmlformats.org/drawingml/2006/main">
            <a:pPr algn="ctr">
              <a:defRPr sz="975" b="1">
                <a:solidFill>
                  <a:srgbClr val="817F79"/>
                </a:solidFill>
              </a:defRPr>
            </a:pPr>
            <a:r>
              <a:rPr sz="975" b="1">
                <a:solidFill>
                  <a:srgbClr val="817F79"/>
                </a:solidFill>
              </a:rPr>
              <a:t>LOCKED</a:t>
            </a:r>
          </a:p>
        </p:txBody>
      </p:sp>
      <p:sp>
        <p:nvSpPr>
          <p:cNvPr id="30" name="before-lock-copy">
            <a:extLst xmlns:a="http://schemas.openxmlformats.org/drawingml/2006/main">
              <a:ext uri="{FF2B5EF4-FFF2-40B4-BE49-F238E27FC236}">
                <a16:creationId xmlns:a16="http://schemas.microsoft.com/office/drawing/2014/main" id="{1278D9CE-0FAA-4FED-9DDF-7EB2DC6F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6C6B66"/>
                </a:solidFill>
              </a:defRPr>
            </a:pPr>
            <a:r>
              <a:rPr sz="750" b="0">
                <a:solidFill>
                  <a:srgbClr val="6C6B66"/>
                </a:solidFill>
              </a:rPr>
              <a:t>Select an option to inspect the technical reasoning.</a:t>
            </a:r>
          </a:p>
        </p:txBody>
      </p:sp>
      <p:sp>
        <p:nvSpPr>
          <p:cNvPr id="31" name="before-note">
            <a:extLst xmlns:a="http://schemas.openxmlformats.org/drawingml/2006/main">
              <a:ext uri="{FF2B5EF4-FFF2-40B4-BE49-F238E27FC236}">
                <a16:creationId xmlns:a16="http://schemas.microsoft.com/office/drawing/2014/main" id="{37068019-91FA-44F3-BA06-BBA8748D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407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C6B66"/>
                </a:solidFill>
              </a:defRPr>
            </a:pPr>
            <a:r>
              <a:rPr sz="788" b="0">
                <a:solidFill>
                  <a:srgbClr val="6C6B66"/>
                </a:solidFill>
              </a:rPr>
              <a:t>No concept or explanation is visible.</a:t>
            </a:r>
          </a:p>
        </p:txBody>
      </p:sp>
      <p:sp>
        <p:nvSpPr>
          <p:cNvPr id="32" name="after-frame">
            <a:extLst xmlns:a="http://schemas.openxmlformats.org/drawingml/2006/main">
              <a:ext uri="{FF2B5EF4-FFF2-40B4-BE49-F238E27FC236}">
                <a16:creationId xmlns:a16="http://schemas.microsoft.com/office/drawing/2014/main" id="{8566C0FA-DF2F-4AAA-A191-D05D3BDB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57325"/>
            <a:ext cx="5619750" cy="3076575"/>
          </a:xfrm>
          <a:prstGeom xmlns:a="http://schemas.openxmlformats.org/drawingml/2006/main" prst="roundRect">
            <a:avLst>
              <a:gd name="adj" fmla="val 18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C7B45"/>
            </a:solidFill>
            <a:prstDash val="solid"/>
          </a:ln>
        </p:spPr>
      </p:sp>
      <p:sp>
        <p:nvSpPr>
          <p:cNvPr id="33" name="after-topbar">
            <a:extLst xmlns:a="http://schemas.openxmlformats.org/drawingml/2006/main">
              <a:ext uri="{FF2B5EF4-FFF2-40B4-BE49-F238E27FC236}">
                <a16:creationId xmlns:a16="http://schemas.microsoft.com/office/drawing/2014/main" id="{6200A2FD-2C83-4E8A-A9F6-1CAE5A4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57325"/>
            <a:ext cx="56197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9"/>
          </a:solidFill>
          <a:ln xmlns:a="http://schemas.openxmlformats.org/drawingml/2006/main" w="9525">
            <a:solidFill>
              <a:srgbClr val="2C7B45"/>
            </a:solidFill>
            <a:prstDash val="solid"/>
          </a:ln>
        </p:spPr>
      </p:sp>
      <p:sp>
        <p:nvSpPr>
          <p:cNvPr id="34" name="after-state">
            <a:extLst xmlns:a="http://schemas.openxmlformats.org/drawingml/2006/main">
              <a:ext uri="{FF2B5EF4-FFF2-40B4-BE49-F238E27FC236}">
                <a16:creationId xmlns:a16="http://schemas.microsoft.com/office/drawing/2014/main" id="{92AF5C81-A912-410E-9641-A3CF2414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43050"/>
            <a:ext cx="2190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C7B45"/>
                </a:solidFill>
              </a:defRPr>
            </a:pPr>
            <a:r>
              <a:rPr sz="750" b="1">
                <a:solidFill>
                  <a:srgbClr val="2C7B45"/>
                </a:solidFill>
              </a:rPr>
              <a:t>STATE 1 · ANSWER COMMITTED</a:t>
            </a:r>
          </a:p>
        </p:txBody>
      </p:sp>
      <p:sp>
        <p:nvSpPr>
          <p:cNvPr id="35" name="after-result">
            <a:extLst xmlns:a="http://schemas.openxmlformats.org/drawingml/2006/main">
              <a:ext uri="{FF2B5EF4-FFF2-40B4-BE49-F238E27FC236}">
                <a16:creationId xmlns:a16="http://schemas.microsoft.com/office/drawing/2014/main" id="{5426A35E-8CE0-498A-B05C-3315C4F2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54305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2C7B45"/>
                </a:solidFill>
              </a:defRPr>
            </a:pPr>
            <a:r>
              <a:rPr sz="750" b="1">
                <a:solidFill>
                  <a:srgbClr val="2C7B45"/>
                </a:solidFill>
              </a:rPr>
              <a:t>DECISION ACCEPTED</a:t>
            </a:r>
          </a:p>
        </p:txBody>
      </p:sp>
      <p:sp>
        <p:nvSpPr>
          <p:cNvPr id="36" name="after-question">
            <a:extLst xmlns:a="http://schemas.openxmlformats.org/drawingml/2006/main">
              <a:ext uri="{FF2B5EF4-FFF2-40B4-BE49-F238E27FC236}">
                <a16:creationId xmlns:a16="http://schemas.microsoft.com/office/drawing/2014/main" id="{927ED984-CFC3-4737-A9F7-216EC3AD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52625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0201E"/>
                </a:solidFill>
              </a:defRPr>
            </a:pPr>
            <a:r>
              <a:rPr sz="1125" b="1">
                <a:solidFill>
                  <a:srgbClr val="20201E"/>
                </a:solidFill>
              </a:rPr>
              <a:t>What is the time complexity of finding a value in a balanced binary search tree?</a:t>
            </a:r>
          </a:p>
        </p:txBody>
      </p:sp>
      <p:sp>
        <p:nvSpPr>
          <p:cNvPr id="37" name="after-option-0">
            <a:extLst xmlns:a="http://schemas.openxmlformats.org/drawingml/2006/main">
              <a:ext uri="{FF2B5EF4-FFF2-40B4-BE49-F238E27FC236}">
                <a16:creationId xmlns:a16="http://schemas.microsoft.com/office/drawing/2014/main" id="{3CA2E331-C3F7-4DFF-9F79-1590BEBB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0985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5"/>
          </a:solidFill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38" name="after-option-label-0">
            <a:extLst xmlns:a="http://schemas.openxmlformats.org/drawingml/2006/main">
              <a:ext uri="{FF2B5EF4-FFF2-40B4-BE49-F238E27FC236}">
                <a16:creationId xmlns:a16="http://schemas.microsoft.com/office/drawing/2014/main" id="{400EEA6F-D232-40B4-B7B7-532C5565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7652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17F79"/>
                </a:solidFill>
              </a:defRPr>
            </a:pPr>
            <a:r>
              <a:rPr sz="750" b="1">
                <a:solidFill>
                  <a:srgbClr val="817F79"/>
                </a:solidFill>
              </a:rPr>
              <a:t>A</a:t>
            </a:r>
          </a:p>
        </p:txBody>
      </p:sp>
      <p:sp>
        <p:nvSpPr>
          <p:cNvPr id="39" name="after-option-copy-0">
            <a:extLst xmlns:a="http://schemas.openxmlformats.org/drawingml/2006/main">
              <a:ext uri="{FF2B5EF4-FFF2-40B4-BE49-F238E27FC236}">
                <a16:creationId xmlns:a16="http://schemas.microsoft.com/office/drawing/2014/main" id="{C3DE4639-1A11-43BA-8096-BD6AB0FF0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7652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C6B66"/>
                </a:solidFill>
              </a:defRPr>
            </a:pPr>
            <a:r>
              <a:rPr sz="825" b="0">
                <a:solidFill>
                  <a:srgbClr val="6C6B66"/>
                </a:solidFill>
              </a:rPr>
              <a:t>O(1)</a:t>
            </a:r>
          </a:p>
        </p:txBody>
      </p:sp>
      <p:sp>
        <p:nvSpPr>
          <p:cNvPr id="40" name="after-option-1">
            <a:extLst xmlns:a="http://schemas.openxmlformats.org/drawingml/2006/main">
              <a:ext uri="{FF2B5EF4-FFF2-40B4-BE49-F238E27FC236}">
                <a16:creationId xmlns:a16="http://schemas.microsoft.com/office/drawing/2014/main" id="{EFAAE2CD-0C25-4170-ADFE-5B372ED6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7180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1E9"/>
          </a:solidFill>
          <a:ln xmlns:a="http://schemas.openxmlformats.org/drawingml/2006/main" w="13335">
            <a:solidFill>
              <a:srgbClr val="2C7B45"/>
            </a:solidFill>
            <a:prstDash val="solid"/>
          </a:ln>
        </p:spPr>
      </p:sp>
      <p:sp>
        <p:nvSpPr>
          <p:cNvPr id="41" name="after-option-label-1">
            <a:extLst xmlns:a="http://schemas.openxmlformats.org/drawingml/2006/main">
              <a:ext uri="{FF2B5EF4-FFF2-40B4-BE49-F238E27FC236}">
                <a16:creationId xmlns:a16="http://schemas.microsoft.com/office/drawing/2014/main" id="{92DF9202-07CE-4782-9187-BA05AA07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3847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C7B45"/>
                </a:solidFill>
              </a:defRPr>
            </a:pPr>
            <a:r>
              <a:rPr sz="750" b="1">
                <a:solidFill>
                  <a:srgbClr val="2C7B45"/>
                </a:solidFill>
              </a:rPr>
              <a:t>B</a:t>
            </a:r>
          </a:p>
        </p:txBody>
      </p:sp>
      <p:sp>
        <p:nvSpPr>
          <p:cNvPr id="42" name="after-option-copy-1">
            <a:extLst xmlns:a="http://schemas.openxmlformats.org/drawingml/2006/main">
              <a:ext uri="{FF2B5EF4-FFF2-40B4-BE49-F238E27FC236}">
                <a16:creationId xmlns:a16="http://schemas.microsoft.com/office/drawing/2014/main" id="{6F45B442-407B-49A5-A394-616DBA6E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3847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C7B45"/>
                </a:solidFill>
              </a:defRPr>
            </a:pPr>
            <a:r>
              <a:rPr sz="825" b="1">
                <a:solidFill>
                  <a:srgbClr val="2C7B45"/>
                </a:solidFill>
              </a:rPr>
              <a:t>O(log n)</a:t>
            </a:r>
          </a:p>
        </p:txBody>
      </p:sp>
      <p:sp>
        <p:nvSpPr>
          <p:cNvPr id="43" name="after-correct">
            <a:extLst xmlns:a="http://schemas.openxmlformats.org/drawingml/2006/main">
              <a:ext uri="{FF2B5EF4-FFF2-40B4-BE49-F238E27FC236}">
                <a16:creationId xmlns:a16="http://schemas.microsoft.com/office/drawing/2014/main" id="{BB097B8F-8388-47E1-A520-7D02094A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38475"/>
            <a:ext cx="781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2C7B45"/>
                </a:solidFill>
              </a:defRPr>
            </a:pPr>
            <a:r>
              <a:rPr sz="675" b="1">
                <a:solidFill>
                  <a:srgbClr val="2C7B45"/>
                </a:solidFill>
              </a:rPr>
              <a:t>CORRECT</a:t>
            </a:r>
          </a:p>
        </p:txBody>
      </p:sp>
      <p:sp>
        <p:nvSpPr>
          <p:cNvPr id="44" name="after-option-2">
            <a:extLst xmlns:a="http://schemas.openxmlformats.org/drawingml/2006/main">
              <a:ext uri="{FF2B5EF4-FFF2-40B4-BE49-F238E27FC236}">
                <a16:creationId xmlns:a16="http://schemas.microsoft.com/office/drawing/2014/main" id="{878CACB3-529E-4F16-AEB1-20287AA9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5"/>
          </a:solidFill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45" name="after-option-label-2">
            <a:extLst xmlns:a="http://schemas.openxmlformats.org/drawingml/2006/main">
              <a:ext uri="{FF2B5EF4-FFF2-40B4-BE49-F238E27FC236}">
                <a16:creationId xmlns:a16="http://schemas.microsoft.com/office/drawing/2014/main" id="{3440A67A-3200-42CD-9A00-DE4F412C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0042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17F79"/>
                </a:solidFill>
              </a:defRPr>
            </a:pPr>
            <a:r>
              <a:rPr sz="750" b="1">
                <a:solidFill>
                  <a:srgbClr val="817F79"/>
                </a:solidFill>
              </a:rPr>
              <a:t>C</a:t>
            </a:r>
          </a:p>
        </p:txBody>
      </p:sp>
      <p:sp>
        <p:nvSpPr>
          <p:cNvPr id="46" name="after-option-copy-2">
            <a:extLst xmlns:a="http://schemas.openxmlformats.org/drawingml/2006/main">
              <a:ext uri="{FF2B5EF4-FFF2-40B4-BE49-F238E27FC236}">
                <a16:creationId xmlns:a16="http://schemas.microsoft.com/office/drawing/2014/main" id="{1F2570DB-8AC7-4D75-94A4-0600DA0F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0042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C6B66"/>
                </a:solidFill>
              </a:defRPr>
            </a:pPr>
            <a:r>
              <a:rPr sz="825" b="0">
                <a:solidFill>
                  <a:srgbClr val="6C6B66"/>
                </a:solidFill>
              </a:rPr>
              <a:t>O(n)</a:t>
            </a:r>
          </a:p>
        </p:txBody>
      </p:sp>
      <p:sp>
        <p:nvSpPr>
          <p:cNvPr id="47" name="after-option-3">
            <a:extLst xmlns:a="http://schemas.openxmlformats.org/drawingml/2006/main">
              <a:ext uri="{FF2B5EF4-FFF2-40B4-BE49-F238E27FC236}">
                <a16:creationId xmlns:a16="http://schemas.microsoft.com/office/drawing/2014/main" id="{650B482C-3851-4065-8554-5CE1B562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9570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AE5"/>
          </a:solidFill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48" name="after-option-label-3">
            <a:extLst xmlns:a="http://schemas.openxmlformats.org/drawingml/2006/main">
              <a:ext uri="{FF2B5EF4-FFF2-40B4-BE49-F238E27FC236}">
                <a16:creationId xmlns:a16="http://schemas.microsoft.com/office/drawing/2014/main" id="{C9E2F114-F89A-4687-95F5-9C81E665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6237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17F79"/>
                </a:solidFill>
              </a:defRPr>
            </a:pPr>
            <a:r>
              <a:rPr sz="750" b="1">
                <a:solidFill>
                  <a:srgbClr val="817F79"/>
                </a:solidFill>
              </a:rPr>
              <a:t>D</a:t>
            </a:r>
          </a:p>
        </p:txBody>
      </p:sp>
      <p:sp>
        <p:nvSpPr>
          <p:cNvPr id="49" name="after-option-copy-3">
            <a:extLst xmlns:a="http://schemas.openxmlformats.org/drawingml/2006/main">
              <a:ext uri="{FF2B5EF4-FFF2-40B4-BE49-F238E27FC236}">
                <a16:creationId xmlns:a16="http://schemas.microsoft.com/office/drawing/2014/main" id="{1F9EEB01-E920-4A42-88B4-0A473B9A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6237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C6B66"/>
                </a:solidFill>
              </a:defRPr>
            </a:pPr>
            <a:r>
              <a:rPr sz="825" b="0">
                <a:solidFill>
                  <a:srgbClr val="6C6B66"/>
                </a:solidFill>
              </a:rPr>
              <a:t>O(n log n)</a:t>
            </a:r>
          </a:p>
        </p:txBody>
      </p:sp>
      <p:sp>
        <p:nvSpPr>
          <p:cNvPr id="50" name="after-divider">
            <a:extLst xmlns:a="http://schemas.openxmlformats.org/drawingml/2006/main">
              <a:ext uri="{FF2B5EF4-FFF2-40B4-BE49-F238E27FC236}">
                <a16:creationId xmlns:a16="http://schemas.microsoft.com/office/drawing/2014/main" id="{7D053966-8525-4130-924F-2ECE79D7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885950"/>
            <a:ext cx="0" cy="2324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51" name="after-explanation-label">
            <a:extLst xmlns:a="http://schemas.openxmlformats.org/drawingml/2006/main">
              <a:ext uri="{FF2B5EF4-FFF2-40B4-BE49-F238E27FC236}">
                <a16:creationId xmlns:a16="http://schemas.microsoft.com/office/drawing/2014/main" id="{B7197935-F988-46B1-9E49-455896A7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952625"/>
            <a:ext cx="18859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C7B45"/>
                </a:solidFill>
              </a:defRPr>
            </a:pPr>
            <a:r>
              <a:rPr sz="750" b="1">
                <a:solidFill>
                  <a:srgbClr val="2C7B45"/>
                </a:solidFill>
              </a:rPr>
              <a:t>RATIONALE REVEALED</a:t>
            </a:r>
          </a:p>
        </p:txBody>
      </p:sp>
      <p:sp>
        <p:nvSpPr>
          <p:cNvPr id="52" name="after-concept-label">
            <a:extLst xmlns:a="http://schemas.openxmlformats.org/drawingml/2006/main">
              <a:ext uri="{FF2B5EF4-FFF2-40B4-BE49-F238E27FC236}">
                <a16:creationId xmlns:a16="http://schemas.microsoft.com/office/drawing/2014/main" id="{896839AE-F077-438F-A920-5DDA1FA1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859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6C6B66"/>
                </a:solidFill>
              </a:defRPr>
            </a:pPr>
            <a:r>
              <a:rPr sz="675" b="1">
                <a:solidFill>
                  <a:srgbClr val="6C6B66"/>
                </a:solidFill>
              </a:rPr>
              <a:t>WHAT THIS TESTS</a:t>
            </a:r>
          </a:p>
        </p:txBody>
      </p:sp>
      <p:sp>
        <p:nvSpPr>
          <p:cNvPr id="53" name="after-concept">
            <a:extLst xmlns:a="http://schemas.openxmlformats.org/drawingml/2006/main">
              <a:ext uri="{FF2B5EF4-FFF2-40B4-BE49-F238E27FC236}">
                <a16:creationId xmlns:a16="http://schemas.microsoft.com/office/drawing/2014/main" id="{30A25600-118C-4F55-8DFD-C3BADFE0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505075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0201E"/>
                </a:solidFill>
              </a:defRPr>
            </a:pPr>
            <a:r>
              <a:rPr sz="938" b="1">
                <a:solidFill>
                  <a:srgbClr val="20201E"/>
                </a:solidFill>
              </a:rPr>
              <a:t>Balanced-tree search height</a:t>
            </a:r>
          </a:p>
        </p:txBody>
      </p:sp>
      <p:sp>
        <p:nvSpPr>
          <p:cNvPr id="54" name="after-reason-rule">
            <a:extLst xmlns:a="http://schemas.openxmlformats.org/drawingml/2006/main">
              <a:ext uri="{FF2B5EF4-FFF2-40B4-BE49-F238E27FC236}">
                <a16:creationId xmlns:a16="http://schemas.microsoft.com/office/drawing/2014/main" id="{E504D6BB-F8DF-4A13-8DF0-DD07D4E9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33700"/>
            <a:ext cx="188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6BF"/>
            </a:solidFill>
            <a:prstDash val="solid"/>
          </a:ln>
        </p:spPr>
      </p:sp>
      <p:sp>
        <p:nvSpPr>
          <p:cNvPr id="55" name="after-explanation">
            <a:extLst xmlns:a="http://schemas.openxmlformats.org/drawingml/2006/main">
              <a:ext uri="{FF2B5EF4-FFF2-40B4-BE49-F238E27FC236}">
                <a16:creationId xmlns:a16="http://schemas.microsoft.com/office/drawing/2014/main" id="{9363D768-4F05-4373-99F5-4CEBE3BD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05150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20201E"/>
                </a:solidFill>
              </a:defRPr>
            </a:pPr>
            <a:r>
              <a:rPr sz="840" b="0">
                <a:solidFill>
                  <a:srgbClr val="20201E"/>
                </a:solidFill>
              </a:rPr>
              <a:t>Each comparison discards roughly half of the remaining subtree, so search follows one root-to-leaf path of height O(log n).</a:t>
            </a:r>
          </a:p>
        </p:txBody>
      </p:sp>
      <p:sp>
        <p:nvSpPr>
          <p:cNvPr id="56" name="after-note">
            <a:extLst xmlns:a="http://schemas.openxmlformats.org/drawingml/2006/main">
              <a:ext uri="{FF2B5EF4-FFF2-40B4-BE49-F238E27FC236}">
                <a16:creationId xmlns:a16="http://schemas.microsoft.com/office/drawing/2014/main" id="{B253C3DC-215F-4F9B-9C8B-B649AADD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010025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B66"/>
                </a:solidFill>
              </a:defRPr>
            </a:pPr>
            <a:r>
              <a:rPr sz="750" b="0">
                <a:solidFill>
                  <a:srgbClr val="6C6B66"/>
                </a:solidFill>
              </a:rPr>
              <a:t>The same selection also enables challenge-quality feedback.</a:t>
            </a:r>
          </a:p>
        </p:txBody>
      </p:sp>
      <p:sp>
        <p:nvSpPr>
          <p:cNvPr id="57" name="live-label">
            <a:extLst xmlns:a="http://schemas.openxmlformats.org/drawingml/2006/main">
              <a:ext uri="{FF2B5EF4-FFF2-40B4-BE49-F238E27FC236}">
                <a16:creationId xmlns:a16="http://schemas.microsoft.com/office/drawing/2014/main" id="{E355A7AB-6E79-47EE-BA77-D577B469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529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15D8B"/>
                </a:solidFill>
              </a:defRPr>
            </a:pPr>
            <a:r>
              <a:rPr sz="900" b="1">
                <a:solidFill>
                  <a:srgbClr val="315D8B"/>
                </a:solidFill>
              </a:rPr>
              <a:t>LIVE CHALLENGE CREATION · SEPARATE FROM THE INTERACTION ABOVE</a:t>
            </a:r>
          </a:p>
        </p:txBody>
      </p:sp>
      <p:sp>
        <p:nvSpPr>
          <p:cNvPr id="58" name="live-arrow-0">
            <a:extLst xmlns:a="http://schemas.openxmlformats.org/drawingml/2006/main">
              <a:ext uri="{FF2B5EF4-FFF2-40B4-BE49-F238E27FC236}">
                <a16:creationId xmlns:a16="http://schemas.microsoft.com/office/drawing/2014/main" id="{D90ECE00-61C5-4156-B395-F1F90991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3149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D8B"/>
          </a:solidFill>
          <a:ln xmlns:a="http://schemas.openxmlformats.org/drawingml/2006/main" w="0">
            <a:solidFill>
              <a:srgbClr val="315D8B"/>
            </a:solidFill>
            <a:prstDash val="solid"/>
          </a:ln>
        </p:spPr>
      </p:sp>
      <p:sp>
        <p:nvSpPr>
          <p:cNvPr id="59" name="live-arrow-1">
            <a:extLst xmlns:a="http://schemas.openxmlformats.org/drawingml/2006/main">
              <a:ext uri="{FF2B5EF4-FFF2-40B4-BE49-F238E27FC236}">
                <a16:creationId xmlns:a16="http://schemas.microsoft.com/office/drawing/2014/main" id="{B7339BC8-52E1-446C-8D81-B283FAC2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3149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D8B"/>
          </a:solidFill>
          <a:ln xmlns:a="http://schemas.openxmlformats.org/drawingml/2006/main" w="0">
            <a:solidFill>
              <a:srgbClr val="315D8B"/>
            </a:solidFill>
            <a:prstDash val="solid"/>
          </a:ln>
        </p:spPr>
      </p:sp>
      <p:sp>
        <p:nvSpPr>
          <p:cNvPr id="60" name="live-arrow-2">
            <a:extLst xmlns:a="http://schemas.openxmlformats.org/drawingml/2006/main">
              <a:ext uri="{FF2B5EF4-FFF2-40B4-BE49-F238E27FC236}">
                <a16:creationId xmlns:a16="http://schemas.microsoft.com/office/drawing/2014/main" id="{D384C871-E354-475B-A70C-8780AF54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149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5D8B"/>
          </a:solidFill>
          <a:ln xmlns:a="http://schemas.openxmlformats.org/drawingml/2006/main" w="0">
            <a:solidFill>
              <a:srgbClr val="315D8B"/>
            </a:solidFill>
            <a:prstDash val="solid"/>
          </a:ln>
        </p:spPr>
      </p:sp>
      <p:sp>
        <p:nvSpPr>
          <p:cNvPr id="61" name="live-arrow-3">
            <a:extLst xmlns:a="http://schemas.openxmlformats.org/drawingml/2006/main">
              <a:ext uri="{FF2B5EF4-FFF2-40B4-BE49-F238E27FC236}">
                <a16:creationId xmlns:a16="http://schemas.microsoft.com/office/drawing/2014/main" id="{4C7D2695-1DD1-498D-B24D-0DB647DA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149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C7B45"/>
          </a:solidFill>
          <a:ln xmlns:a="http://schemas.openxmlformats.org/drawingml/2006/main" w="0">
            <a:solidFill>
              <a:srgbClr val="2C7B45"/>
            </a:solidFill>
            <a:prstDash val="solid"/>
          </a:ln>
        </p:spPr>
      </p:sp>
      <p:sp>
        <p:nvSpPr>
          <p:cNvPr id="62" name="live-node-0">
            <a:extLst xmlns:a="http://schemas.openxmlformats.org/drawingml/2006/main">
              <a:ext uri="{FF2B5EF4-FFF2-40B4-BE49-F238E27FC236}">
                <a16:creationId xmlns:a16="http://schemas.microsoft.com/office/drawing/2014/main" id="{CBED2B95-CA61-4754-AA36-83D71E9E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57775"/>
            <a:ext cx="142875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6EDF4"/>
          </a:solidFill>
          <a:ln xmlns:a="http://schemas.openxmlformats.org/drawingml/2006/main" w="9525">
            <a:solidFill>
              <a:srgbClr val="315D8B"/>
            </a:solidFill>
            <a:prstDash val="solid"/>
          </a:ln>
        </p:spPr>
      </p:sp>
      <p:sp>
        <p:nvSpPr>
          <p:cNvPr id="63" name="live-head-0">
            <a:extLst xmlns:a="http://schemas.openxmlformats.org/drawingml/2006/main">
              <a:ext uri="{FF2B5EF4-FFF2-40B4-BE49-F238E27FC236}">
                <a16:creationId xmlns:a16="http://schemas.microsoft.com/office/drawing/2014/main" id="{CDE037DB-9B2E-4291-92EE-53F7D7E0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53025"/>
            <a:ext cx="12001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15D8B"/>
                </a:solidFill>
              </a:defRPr>
            </a:pPr>
            <a:r>
              <a:rPr sz="713" b="1">
                <a:solidFill>
                  <a:srgbClr val="315D8B"/>
                </a:solidFill>
              </a:rPr>
              <a:t>SESSION</a:t>
            </a:r>
          </a:p>
        </p:txBody>
      </p:sp>
      <p:sp>
        <p:nvSpPr>
          <p:cNvPr id="64" name="live-copy-0">
            <a:extLst xmlns:a="http://schemas.openxmlformats.org/drawingml/2006/main">
              <a:ext uri="{FF2B5EF4-FFF2-40B4-BE49-F238E27FC236}">
                <a16:creationId xmlns:a16="http://schemas.microsoft.com/office/drawing/2014/main" id="{6006E04B-C9FB-4158-826F-A5949314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6257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20201E"/>
                </a:solidFill>
              </a:defRPr>
            </a:pPr>
            <a:r>
              <a:rPr sz="863" b="1">
                <a:solidFill>
                  <a:srgbClr val="20201E"/>
                </a:solidFill>
              </a:rPr>
              <a:t>Clerk user</a:t>
            </a:r>
          </a:p>
        </p:txBody>
      </p:sp>
      <p:sp>
        <p:nvSpPr>
          <p:cNvPr id="65" name="live-node-1">
            <a:extLst xmlns:a="http://schemas.openxmlformats.org/drawingml/2006/main">
              <a:ext uri="{FF2B5EF4-FFF2-40B4-BE49-F238E27FC236}">
                <a16:creationId xmlns:a16="http://schemas.microsoft.com/office/drawing/2014/main" id="{DE68ADAF-A1AC-44C8-854D-B6641F05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57775"/>
            <a:ext cx="142875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6EDF4"/>
          </a:solidFill>
          <a:ln xmlns:a="http://schemas.openxmlformats.org/drawingml/2006/main" w="9525">
            <a:solidFill>
              <a:srgbClr val="315D8B"/>
            </a:solidFill>
            <a:prstDash val="solid"/>
          </a:ln>
        </p:spPr>
      </p:sp>
      <p:sp>
        <p:nvSpPr>
          <p:cNvPr id="66" name="live-head-1">
            <a:extLst xmlns:a="http://schemas.openxmlformats.org/drawingml/2006/main">
              <a:ext uri="{FF2B5EF4-FFF2-40B4-BE49-F238E27FC236}">
                <a16:creationId xmlns:a16="http://schemas.microsoft.com/office/drawing/2014/main" id="{534EE618-D3B7-45F7-A93E-D82801FE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153025"/>
            <a:ext cx="12001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15D8B"/>
                </a:solidFill>
              </a:defRPr>
            </a:pPr>
            <a:r>
              <a:rPr sz="713" b="1">
                <a:solidFill>
                  <a:srgbClr val="315D8B"/>
                </a:solidFill>
              </a:rPr>
              <a:t>QUOTA</a:t>
            </a:r>
          </a:p>
        </p:txBody>
      </p:sp>
      <p:sp>
        <p:nvSpPr>
          <p:cNvPr id="67" name="live-copy-1">
            <a:extLst xmlns:a="http://schemas.openxmlformats.org/drawingml/2006/main">
              <a:ext uri="{FF2B5EF4-FFF2-40B4-BE49-F238E27FC236}">
                <a16:creationId xmlns:a16="http://schemas.microsoft.com/office/drawing/2014/main" id="{20D107BB-3525-43B6-B489-1FA0409A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36257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20201E"/>
                </a:solidFill>
              </a:defRPr>
            </a:pPr>
            <a:r>
              <a:rPr sz="863" b="1">
                <a:solidFill>
                  <a:srgbClr val="20201E"/>
                </a:solidFill>
              </a:rPr>
              <a:t>&gt; 0</a:t>
            </a:r>
          </a:p>
        </p:txBody>
      </p:sp>
      <p:sp>
        <p:nvSpPr>
          <p:cNvPr id="68" name="live-node-2">
            <a:extLst xmlns:a="http://schemas.openxmlformats.org/drawingml/2006/main">
              <a:ext uri="{FF2B5EF4-FFF2-40B4-BE49-F238E27FC236}">
                <a16:creationId xmlns:a16="http://schemas.microsoft.com/office/drawing/2014/main" id="{9FAE554E-7B03-4941-821B-23F0C87D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57775"/>
            <a:ext cx="142875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6EDF4"/>
          </a:solidFill>
          <a:ln xmlns:a="http://schemas.openxmlformats.org/drawingml/2006/main" w="9525">
            <a:solidFill>
              <a:srgbClr val="315D8B"/>
            </a:solidFill>
            <a:prstDash val="solid"/>
          </a:ln>
        </p:spPr>
      </p:sp>
      <p:sp>
        <p:nvSpPr>
          <p:cNvPr id="69" name="live-head-2">
            <a:extLst xmlns:a="http://schemas.openxmlformats.org/drawingml/2006/main">
              <a:ext uri="{FF2B5EF4-FFF2-40B4-BE49-F238E27FC236}">
                <a16:creationId xmlns:a16="http://schemas.microsoft.com/office/drawing/2014/main" id="{4C8B3F57-A6D4-4ED5-9D9F-F4B9F908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53025"/>
            <a:ext cx="12001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15D8B"/>
                </a:solidFill>
              </a:defRPr>
            </a:pPr>
            <a:r>
              <a:rPr sz="713" b="1">
                <a:solidFill>
                  <a:srgbClr val="315D8B"/>
                </a:solidFill>
              </a:rPr>
              <a:t>PROVIDER</a:t>
            </a:r>
          </a:p>
        </p:txBody>
      </p:sp>
      <p:sp>
        <p:nvSpPr>
          <p:cNvPr id="70" name="live-copy-2">
            <a:extLst xmlns:a="http://schemas.openxmlformats.org/drawingml/2006/main">
              <a:ext uri="{FF2B5EF4-FFF2-40B4-BE49-F238E27FC236}">
                <a16:creationId xmlns:a16="http://schemas.microsoft.com/office/drawing/2014/main" id="{1991A850-39E8-4825-8FD3-BBC0A79A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257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20201E"/>
                </a:solidFill>
              </a:defRPr>
            </a:pPr>
            <a:r>
              <a:rPr sz="863" b="1">
                <a:solidFill>
                  <a:srgbClr val="20201E"/>
                </a:solidFill>
              </a:rPr>
              <a:t>one JSON</a:t>
            </a:r>
          </a:p>
        </p:txBody>
      </p:sp>
      <p:sp>
        <p:nvSpPr>
          <p:cNvPr id="71" name="live-node-3">
            <a:extLst xmlns:a="http://schemas.openxmlformats.org/drawingml/2006/main">
              <a:ext uri="{FF2B5EF4-FFF2-40B4-BE49-F238E27FC236}">
                <a16:creationId xmlns:a16="http://schemas.microsoft.com/office/drawing/2014/main" id="{25378AED-5886-46BD-9DC1-132A44EE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057775"/>
            <a:ext cx="173355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6EDF4"/>
          </a:solidFill>
          <a:ln xmlns:a="http://schemas.openxmlformats.org/drawingml/2006/main" w="9525">
            <a:solidFill>
              <a:srgbClr val="315D8B"/>
            </a:solidFill>
            <a:prstDash val="solid"/>
          </a:ln>
        </p:spPr>
      </p:sp>
      <p:sp>
        <p:nvSpPr>
          <p:cNvPr id="72" name="live-head-3">
            <a:extLst xmlns:a="http://schemas.openxmlformats.org/drawingml/2006/main">
              <a:ext uri="{FF2B5EF4-FFF2-40B4-BE49-F238E27FC236}">
                <a16:creationId xmlns:a16="http://schemas.microsoft.com/office/drawing/2014/main" id="{28D5CE41-A512-4AA4-9D29-834222CF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53025"/>
            <a:ext cx="15049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15D8B"/>
                </a:solidFill>
              </a:defRPr>
            </a:pPr>
            <a:r>
              <a:rPr sz="713" b="1">
                <a:solidFill>
                  <a:srgbClr val="315D8B"/>
                </a:solidFill>
              </a:rPr>
              <a:t>PYDANTIC</a:t>
            </a:r>
          </a:p>
        </p:txBody>
      </p:sp>
      <p:sp>
        <p:nvSpPr>
          <p:cNvPr id="73" name="live-copy-3">
            <a:extLst xmlns:a="http://schemas.openxmlformats.org/drawingml/2006/main">
              <a:ext uri="{FF2B5EF4-FFF2-40B4-BE49-F238E27FC236}">
                <a16:creationId xmlns:a16="http://schemas.microsoft.com/office/drawing/2014/main" id="{D772FC07-E7FA-42A5-85BA-E10624A7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3625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20201E"/>
                </a:solidFill>
              </a:defRPr>
            </a:pPr>
            <a:r>
              <a:rPr sz="863" b="1">
                <a:solidFill>
                  <a:srgbClr val="20201E"/>
                </a:solidFill>
              </a:rPr>
              <a:t>4 unique</a:t>
            </a:r>
          </a:p>
          <a:p xmlns:a="http://schemas.openxmlformats.org/drawingml/2006/main">
            <a:pPr algn="l">
              <a:defRPr sz="863" b="1">
                <a:solidFill>
                  <a:srgbClr val="20201E"/>
                </a:solidFill>
              </a:defRPr>
            </a:pPr>
            <a:r>
              <a:rPr sz="863" b="1">
                <a:solidFill>
                  <a:srgbClr val="20201E"/>
                </a:solidFill>
              </a:rPr>
              <a:t>answer 0–3</a:t>
            </a:r>
          </a:p>
        </p:txBody>
      </p:sp>
      <p:sp>
        <p:nvSpPr>
          <p:cNvPr id="74" name="live-node-4">
            <a:extLst xmlns:a="http://schemas.openxmlformats.org/drawingml/2006/main">
              <a:ext uri="{FF2B5EF4-FFF2-40B4-BE49-F238E27FC236}">
                <a16:creationId xmlns:a16="http://schemas.microsoft.com/office/drawing/2014/main" id="{5D10B16B-6EB1-40ED-96A9-9EBFE18B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57775"/>
            <a:ext cx="209550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7F1E9"/>
          </a:solidFill>
          <a:ln xmlns:a="http://schemas.openxmlformats.org/drawingml/2006/main" w="13335">
            <a:solidFill>
              <a:srgbClr val="2C7B45"/>
            </a:solidFill>
            <a:prstDash val="solid"/>
          </a:ln>
        </p:spPr>
      </p:sp>
      <p:sp>
        <p:nvSpPr>
          <p:cNvPr id="75" name="live-head-4">
            <a:extLst xmlns:a="http://schemas.openxmlformats.org/drawingml/2006/main">
              <a:ext uri="{FF2B5EF4-FFF2-40B4-BE49-F238E27FC236}">
                <a16:creationId xmlns:a16="http://schemas.microsoft.com/office/drawing/2014/main" id="{8822AAE0-CB72-4096-A2AE-80B71749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53025"/>
            <a:ext cx="1866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2C7B45"/>
                </a:solidFill>
              </a:defRPr>
            </a:pPr>
            <a:r>
              <a:rPr sz="713" b="1">
                <a:solidFill>
                  <a:srgbClr val="2C7B45"/>
                </a:solidFill>
              </a:rPr>
              <a:t>TRANSACTION</a:t>
            </a:r>
          </a:p>
        </p:txBody>
      </p:sp>
      <p:sp>
        <p:nvSpPr>
          <p:cNvPr id="76" name="live-copy-4">
            <a:extLst xmlns:a="http://schemas.openxmlformats.org/drawingml/2006/main">
              <a:ext uri="{FF2B5EF4-FFF2-40B4-BE49-F238E27FC236}">
                <a16:creationId xmlns:a16="http://schemas.microsoft.com/office/drawing/2014/main" id="{99DE63E3-450A-4B4C-B84F-BAA087F8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362575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0201E"/>
                </a:solidFill>
              </a:defRPr>
            </a:pPr>
            <a:r>
              <a:rPr sz="863" b="1">
                <a:solidFill>
                  <a:srgbClr val="20201E"/>
                </a:solidFill>
              </a:rPr>
              <a:t>challenge +</a:t>
            </a:r>
          </a:p>
          <a:p xmlns:a="http://schemas.openxmlformats.org/drawingml/2006/main">
            <a:pPr algn="ctr">
              <a:defRPr sz="863" b="1">
                <a:solidFill>
                  <a:srgbClr val="20201E"/>
                </a:solidFill>
              </a:defRPr>
            </a:pPr>
            <a:r>
              <a:rPr sz="863" b="1">
                <a:solidFill>
                  <a:srgbClr val="20201E"/>
                </a:solidFill>
              </a:rPr>
              <a:t>quota − 1</a:t>
            </a:r>
          </a:p>
        </p:txBody>
      </p:sp>
      <p:sp>
        <p:nvSpPr>
          <p:cNvPr id="77" name="demo-note">
            <a:extLst xmlns:a="http://schemas.openxmlformats.org/drawingml/2006/main">
              <a:ext uri="{FF2B5EF4-FFF2-40B4-BE49-F238E27FC236}">
                <a16:creationId xmlns:a16="http://schemas.microsoft.com/office/drawing/2014/main" id="{11A3D685-B4DF-4FCD-A376-C9C5BDEC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057775"/>
            <a:ext cx="121920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CEAE5"/>
          </a:solidFill>
          <a:ln xmlns:a="http://schemas.openxmlformats.org/drawingml/2006/main" w="9525">
            <a:solidFill>
              <a:srgbClr val="817F79"/>
            </a:solidFill>
            <a:prstDash val="solid"/>
          </a:ln>
        </p:spPr>
      </p:sp>
      <p:sp>
        <p:nvSpPr>
          <p:cNvPr id="78" name="demo-note-head">
            <a:extLst xmlns:a="http://schemas.openxmlformats.org/drawingml/2006/main">
              <a:ext uri="{FF2B5EF4-FFF2-40B4-BE49-F238E27FC236}">
                <a16:creationId xmlns:a16="http://schemas.microsoft.com/office/drawing/2014/main" id="{0F24EC64-771C-4DA1-848C-55F12AB2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153025"/>
            <a:ext cx="9906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817F79"/>
                </a:solidFill>
              </a:defRPr>
            </a:pPr>
            <a:r>
              <a:rPr sz="713" b="1">
                <a:solidFill>
                  <a:srgbClr val="817F79"/>
                </a:solidFill>
              </a:rPr>
              <a:t>DEMO</a:t>
            </a:r>
          </a:p>
        </p:txBody>
      </p:sp>
      <p:sp>
        <p:nvSpPr>
          <p:cNvPr id="79" name="demo-note-copy">
            <a:extLst xmlns:a="http://schemas.openxmlformats.org/drawingml/2006/main">
              <a:ext uri="{FF2B5EF4-FFF2-40B4-BE49-F238E27FC236}">
                <a16:creationId xmlns:a16="http://schemas.microsoft.com/office/drawing/2014/main" id="{91222B0F-0DFD-409F-9B0F-C3669CC6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343525"/>
            <a:ext cx="99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20201E"/>
                </a:solidFill>
              </a:defRPr>
            </a:pPr>
            <a:r>
              <a:rPr sz="750" b="0">
                <a:solidFill>
                  <a:srgbClr val="20201E"/>
                </a:solidFill>
              </a:rPr>
              <a:t>same frontend contract; no auth, provider, or DB</a:t>
            </a:r>
          </a:p>
        </p:txBody>
      </p:sp>
      <p:sp>
        <p:nvSpPr>
          <p:cNvPr id="80" name="rollback-link">
            <a:extLst xmlns:a="http://schemas.openxmlformats.org/drawingml/2006/main">
              <a:ext uri="{FF2B5EF4-FFF2-40B4-BE49-F238E27FC236}">
                <a16:creationId xmlns:a16="http://schemas.microsoft.com/office/drawing/2014/main" id="{ED060286-C297-4CC3-973F-363E3C46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8102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A56509"/>
            </a:solidFill>
            <a:prstDash val="dash"/>
          </a:ln>
        </p:spPr>
      </p:sp>
      <p:sp>
        <p:nvSpPr>
          <p:cNvPr id="81" name="rollback">
            <a:extLst xmlns:a="http://schemas.openxmlformats.org/drawingml/2006/main">
              <a:ext uri="{FF2B5EF4-FFF2-40B4-BE49-F238E27FC236}">
                <a16:creationId xmlns:a16="http://schemas.microsoft.com/office/drawing/2014/main" id="{946824E8-9140-42DB-8431-31A429A9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048375"/>
            <a:ext cx="3162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A56509"/>
                </a:solidFill>
              </a:defRPr>
            </a:pPr>
            <a:r>
              <a:rPr sz="863" b="1">
                <a:solidFill>
                  <a:srgbClr val="A56509"/>
                </a:solidFill>
              </a:rPr>
              <a:t>any failure → rollback; quota unchanged</a:t>
            </a:r>
          </a:p>
        </p:txBody>
      </p:sp>
      <p:sp>
        <p:nvSpPr>
          <p:cNvPr id="8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60BBA04-26E7-4F27-94F8-79AA7D65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0201E"/>
            </a:solidFill>
            <a:prstDash val="solid"/>
          </a:ln>
        </p:spPr>
      </p:sp>
      <p:sp>
        <p:nvSpPr>
          <p:cNvPr id="83" name="boundary-head">
            <a:extLst xmlns:a="http://schemas.openxmlformats.org/drawingml/2006/main">
              <a:ext uri="{FF2B5EF4-FFF2-40B4-BE49-F238E27FC236}">
                <a16:creationId xmlns:a16="http://schemas.microsoft.com/office/drawing/2014/main" id="{82220321-B467-4E72-A33C-FFA7802F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2C7B45"/>
                </a:solidFill>
              </a:defRPr>
            </a:pPr>
            <a:r>
              <a:rPr sz="788" b="1">
                <a:solidFill>
                  <a:srgbClr val="2C7B45"/>
                </a:solidFill>
              </a:rPr>
              <a:t>SUPPORTED</a:t>
            </a:r>
          </a:p>
        </p:txBody>
      </p:sp>
      <p:sp>
        <p:nvSpPr>
          <p:cNvPr id="84" name="boundary-supported">
            <a:extLst xmlns:a="http://schemas.openxmlformats.org/drawingml/2006/main">
              <a:ext uri="{FF2B5EF4-FFF2-40B4-BE49-F238E27FC236}">
                <a16:creationId xmlns:a16="http://schemas.microsoft.com/office/drawing/2014/main" id="{780C40DB-C262-43E4-ABA4-09624A1C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6448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20201E"/>
                </a:solidFill>
              </a:defRPr>
            </a:pPr>
            <a:r>
              <a:rPr sz="863" b="1">
                <a:solidFill>
                  <a:srgbClr val="20201E"/>
                </a:solidFill>
              </a:rPr>
              <a:t>commit-before-rationale interaction · exact four-option validation · atomic challenge-and-quota write</a:t>
            </a:r>
          </a:p>
        </p:txBody>
      </p:sp>
      <p:sp>
        <p:nvSpPr>
          <p:cNvPr id="85" name="not-head">
            <a:extLst xmlns:a="http://schemas.openxmlformats.org/drawingml/2006/main">
              <a:ext uri="{FF2B5EF4-FFF2-40B4-BE49-F238E27FC236}">
                <a16:creationId xmlns:a16="http://schemas.microsoft.com/office/drawing/2014/main" id="{BA523D94-CD79-4D45-A13C-8F8744DE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6486525"/>
            <a:ext cx="10001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AA4138"/>
                </a:solidFill>
              </a:defRPr>
            </a:pPr>
            <a:r>
              <a:rPr sz="788" b="1">
                <a:solidFill>
                  <a:srgbClr val="AA4138"/>
                </a:solidFill>
              </a:rPr>
              <a:t>NOT CLAIMED</a:t>
            </a:r>
          </a:p>
        </p:txBody>
      </p:sp>
      <p:sp>
        <p:nvSpPr>
          <p:cNvPr id="86" name="not-copy">
            <a:extLst xmlns:a="http://schemas.openxmlformats.org/drawingml/2006/main">
              <a:ext uri="{FF2B5EF4-FFF2-40B4-BE49-F238E27FC236}">
                <a16:creationId xmlns:a16="http://schemas.microsoft.com/office/drawing/2014/main" id="{8E069850-5899-4DA2-8485-1FE673A88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64484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20201E"/>
                </a:solidFill>
              </a:defRPr>
            </a:pPr>
            <a:r>
              <a:rPr sz="788" b="0">
                <a:solidFill>
                  <a:srgbClr val="20201E"/>
                </a:solidFill>
              </a:rPr>
              <a:t>learning outcomes, interview performance, question quality, or provider accuracy</a:t>
            </a:r>
          </a:p>
        </p:txBody>
      </p:sp>
      <p:sp>
        <p:nvSpPr>
          <p:cNvPr id="87" name="sources">
            <a:extLst xmlns:a="http://schemas.openxmlformats.org/drawingml/2006/main">
              <a:ext uri="{FF2B5EF4-FFF2-40B4-BE49-F238E27FC236}">
                <a16:creationId xmlns:a16="http://schemas.microsoft.com/office/drawing/2014/main" id="{6653B466-3CFD-48A5-BDEF-6DFD787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724650"/>
            <a:ext cx="11391900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6C6B66"/>
                </a:solidFill>
              </a:defRPr>
            </a:pPr>
            <a:r>
              <a:rPr sz="675" b="0">
                <a:solidFill>
                  <a:srgbClr val="6C6B66"/>
                </a:solidFill>
              </a:rPr>
              <a:t>Sources: demo.js · MCQChallenge.jsx · ai_generator.py · routes/challenge.py</a:t>
            </a:r>
          </a:p>
        </p:txBody>
      </p:sp>
    </p:spTree>
    <p:extLst>
      <p:ext uri="{BB962C8B-B14F-4D97-AF65-F5344CB8AC3E}">
        <p14:creationId xmlns:p14="http://schemas.microsoft.com/office/powerpoint/2010/main" val="251181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2026-07-21T07:01:53.2350000Z</dcterms:created>
  <dcterms:modified xsi:type="dcterms:W3CDTF">2026-07-21T07:01:53.2350000Z</dcterms:modified>
</coreProperties>
</file>