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1227b61fe384edd" /><Relationship Type="http://schemas.openxmlformats.org/officeDocument/2006/relationships/extended-properties" Target="/docProps/app.xml" Id="R54a48326181f49b1" /><Relationship Type="http://schemas.openxmlformats.org/officeDocument/2006/relationships/officeDocument" Target="/ppt/presentation.xml" Id="Rdd69f7019c31496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b3c648a57094204"/>
  </p:sldMasterIdLst>
  <p:notesMasterIdLst>
    <p:notesMasterId xmlns:r="http://schemas.openxmlformats.org/officeDocument/2006/relationships" r:id="Rfbbaf8815d0845c1"/>
  </p:notesMasterIdLst>
  <p:sldIdLst>
    <p:sldId xmlns:r="http://schemas.openxmlformats.org/officeDocument/2006/relationships" id="256" r:id="R705fb06b2cde451d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6d0b18b2491423d" /><Relationship Type="http://schemas.openxmlformats.org/officeDocument/2006/relationships/slideMaster" Target="/ppt/slideMasters/slideMaster1.xml" Id="R3b3c648a57094204" /><Relationship Type="http://schemas.openxmlformats.org/officeDocument/2006/relationships/notesMaster" Target="/ppt/notesMasters/notesMaster1.xml" Id="Rfbbaf8815d0845c1" /><Relationship Type="http://schemas.openxmlformats.org/officeDocument/2006/relationships/presProps" Target="/ppt/presProps.xml" Id="R8c90a32547254da7" /><Relationship Type="http://schemas.openxmlformats.org/officeDocument/2006/relationships/tableStyles" Target="/ppt/tableStyles.xml" Id="Rbb864606fa8148d9" /><Relationship Type="http://schemas.openxmlformats.org/officeDocument/2006/relationships/slide" Target="/ppt/slides/slide1.xml" Id="R705fb06b2cde451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326302536344c1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3f22e8e97c84116" /><Relationship Type="http://schemas.openxmlformats.org/officeDocument/2006/relationships/notesMaster" Target="/ppt/notesMasters/notesMaster1.xml" Id="Ra0d50b341922425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a866c4152c1440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45d2d646f7a44a1" /><Relationship Type="http://schemas.openxmlformats.org/officeDocument/2006/relationships/slideLayout" Target="/ppt/slideLayouts/slideLayout1.xml" Id="Rf741c57dd3a248b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741c57dd3a248b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51d11ace784067" /><Relationship Type="http://schemas.openxmlformats.org/officeDocument/2006/relationships/notesSlide" Target="/ppt/notesSlides/notesSlide1.xml" Id="R726877042f4d463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4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2" name="kicker">
            <a:extLst xmlns:a="http://schemas.openxmlformats.org/drawingml/2006/main">
              <a:ext uri="{FF2B5EF4-FFF2-40B4-BE49-F238E27FC236}">
                <a16:creationId xmlns:a16="http://schemas.microsoft.com/office/drawing/2014/main" id="{B6AE85CD-FB95-47BF-BBB4-1F7D7414C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71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C73D1D"/>
                </a:solidFill>
              </a:defRPr>
            </a:pPr>
            <a:r>
              <a:rPr sz="788" b="1">
                <a:solidFill>
                  <a:srgbClr val="C73D1D"/>
                </a:solidFill>
              </a:rPr>
              <a:t>REQUEST SEQUENCE · DEMO AND LIVE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576ECB7E-5F96-4464-B0CB-8053B5291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71475"/>
            <a:ext cx="990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C1D1F"/>
                </a:solidFill>
              </a:defRPr>
            </a:pPr>
            <a:r>
              <a:rPr sz="2025" b="1">
                <a:solidFill>
                  <a:srgbClr val="1C1D1F"/>
                </a:solidFill>
              </a:rPr>
              <a:t>CodePrep commits a challenge and its quota update together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EF3F5751-D532-43F0-836A-B8AD7702E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762000"/>
            <a:ext cx="876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6C6E73"/>
                </a:solidFill>
              </a:defRPr>
            </a:pPr>
            <a:r>
              <a:rPr sz="960" b="0">
                <a:solidFill>
                  <a:srgbClr val="6C6E73"/>
                </a:solidFill>
              </a:rPr>
              <a:t>The browser contract is shared; authentication, model inference, validation, and persistence exist only on the live path.</a:t>
            </a:r>
          </a:p>
        </p:txBody>
      </p:sp>
      <p:sp>
        <p:nvSpPr>
          <p:cNvPr id="4" name="route">
            <a:extLst xmlns:a="http://schemas.openxmlformats.org/drawingml/2006/main">
              <a:ext uri="{FF2B5EF4-FFF2-40B4-BE49-F238E27FC236}">
                <a16:creationId xmlns:a16="http://schemas.microsoft.com/office/drawing/2014/main" id="{5FCED089-1ADF-4650-88BE-51FFB5EC4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781050"/>
            <a:ext cx="2238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C73D1D"/>
                </a:solidFill>
              </a:defRPr>
            </a:pPr>
            <a:r>
              <a:rPr sz="750" b="1">
                <a:solidFill>
                  <a:srgbClr val="C73D1D"/>
                </a:solidFill>
              </a:rPr>
              <a:t>POST /api/generate-challenge</a:t>
            </a:r>
          </a:p>
        </p:txBody>
      </p:sp>
      <p:sp>
        <p:nvSpPr>
          <p:cNvPr id="5" name="demo-band">
            <a:extLst xmlns:a="http://schemas.openxmlformats.org/drawingml/2006/main">
              <a:ext uri="{FF2B5EF4-FFF2-40B4-BE49-F238E27FC236}">
                <a16:creationId xmlns:a16="http://schemas.microsoft.com/office/drawing/2014/main" id="{1268E068-C8E5-439C-AAE4-01CAC8DF5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762125"/>
            <a:ext cx="11353800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0EC"/>
          </a:solidFill>
          <a:ln xmlns:a="http://schemas.openxmlformats.org/drawingml/2006/main" w="7620">
            <a:solidFill>
              <a:srgbClr val="D5D6D2"/>
            </a:solidFill>
            <a:prstDash val="solid"/>
          </a:ln>
        </p:spPr>
      </p:sp>
      <p:sp>
        <p:nvSpPr>
          <p:cNvPr id="6" name="live-band">
            <a:extLst xmlns:a="http://schemas.openxmlformats.org/drawingml/2006/main">
              <a:ext uri="{FF2B5EF4-FFF2-40B4-BE49-F238E27FC236}">
                <a16:creationId xmlns:a16="http://schemas.microsoft.com/office/drawing/2014/main" id="{B5EA34C3-A8AB-4454-857B-590F20941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867025"/>
            <a:ext cx="11353800" cy="3552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C73D1D"/>
            </a:solidFill>
            <a:prstDash val="solid"/>
          </a:ln>
        </p:spPr>
      </p:sp>
      <p:sp>
        <p:nvSpPr>
          <p:cNvPr id="7" name="demo-band-label">
            <a:extLst xmlns:a="http://schemas.openxmlformats.org/drawingml/2006/main">
              <a:ext uri="{FF2B5EF4-FFF2-40B4-BE49-F238E27FC236}">
                <a16:creationId xmlns:a16="http://schemas.microsoft.com/office/drawing/2014/main" id="{B4DC5970-E339-4440-9014-C39608F79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76425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1C1D1F"/>
                </a:solidFill>
              </a:defRPr>
            </a:pPr>
            <a:r>
              <a:rPr sz="788" b="1">
                <a:solidFill>
                  <a:srgbClr val="1C1D1F"/>
                </a:solidFill>
              </a:rPr>
              <a:t>ALT · DEMO</a:t>
            </a:r>
          </a:p>
        </p:txBody>
      </p:sp>
      <p:sp>
        <p:nvSpPr>
          <p:cNvPr id="8" name="demo-band-note">
            <a:extLst xmlns:a="http://schemas.openxmlformats.org/drawingml/2006/main">
              <a:ext uri="{FF2B5EF4-FFF2-40B4-BE49-F238E27FC236}">
                <a16:creationId xmlns:a16="http://schemas.microsoft.com/office/drawing/2014/main" id="{B4B23C2B-2B4A-4750-B9C7-DF185849C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876425"/>
            <a:ext cx="2705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13" b="0">
                <a:solidFill>
                  <a:srgbClr val="6C6E73"/>
                </a:solidFill>
              </a:defRPr>
            </a:pPr>
            <a:r>
              <a:rPr sz="713" b="0">
                <a:solidFill>
                  <a:srgbClr val="6C6E73"/>
                </a:solidFill>
              </a:rPr>
              <a:t>local response · no auth · no model · no database</a:t>
            </a:r>
          </a:p>
        </p:txBody>
      </p:sp>
      <p:sp>
        <p:nvSpPr>
          <p:cNvPr id="9" name="live-band-label">
            <a:extLst xmlns:a="http://schemas.openxmlformats.org/drawingml/2006/main">
              <a:ext uri="{FF2B5EF4-FFF2-40B4-BE49-F238E27FC236}">
                <a16:creationId xmlns:a16="http://schemas.microsoft.com/office/drawing/2014/main" id="{529F2225-E782-4296-8504-FB45EC66E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981325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1C1D1F"/>
                </a:solidFill>
              </a:defRPr>
            </a:pPr>
            <a:r>
              <a:rPr sz="788" b="1">
                <a:solidFill>
                  <a:srgbClr val="1C1D1F"/>
                </a:solidFill>
              </a:rPr>
              <a:t>ALT · LIVE</a:t>
            </a:r>
          </a:p>
        </p:txBody>
      </p:sp>
      <p:sp>
        <p:nvSpPr>
          <p:cNvPr id="10" name="browser-head">
            <a:extLst xmlns:a="http://schemas.openxmlformats.org/drawingml/2006/main">
              <a:ext uri="{FF2B5EF4-FFF2-40B4-BE49-F238E27FC236}">
                <a16:creationId xmlns:a16="http://schemas.microsoft.com/office/drawing/2014/main" id="{7D6E96F7-EF61-4B87-A62A-316D01603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066800"/>
            <a:ext cx="12573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AFAF8"/>
          </a:solidFill>
          <a:ln xmlns:a="http://schemas.openxmlformats.org/drawingml/2006/main" w="13335">
            <a:solidFill>
              <a:srgbClr val="C73D1D"/>
            </a:solidFill>
            <a:prstDash val="solid"/>
          </a:ln>
        </p:spPr>
      </p:sp>
      <p:sp>
        <p:nvSpPr>
          <p:cNvPr id="11" name="browser-label">
            <a:extLst xmlns:a="http://schemas.openxmlformats.org/drawingml/2006/main">
              <a:ext uri="{FF2B5EF4-FFF2-40B4-BE49-F238E27FC236}">
                <a16:creationId xmlns:a16="http://schemas.microsoft.com/office/drawing/2014/main" id="{A7D71CB9-FFB8-4023-92A8-58C596B1B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" y="1181100"/>
            <a:ext cx="1085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C73D1D"/>
                </a:solidFill>
              </a:defRPr>
            </a:pPr>
            <a:r>
              <a:rPr sz="938" b="1">
                <a:solidFill>
                  <a:srgbClr val="C73D1D"/>
                </a:solidFill>
              </a:rPr>
              <a:t>Browser</a:t>
            </a:r>
          </a:p>
        </p:txBody>
      </p:sp>
      <p:sp>
        <p:nvSpPr>
          <p:cNvPr id="12" name="browser-sub">
            <a:extLst xmlns:a="http://schemas.openxmlformats.org/drawingml/2006/main">
              <a:ext uri="{FF2B5EF4-FFF2-40B4-BE49-F238E27FC236}">
                <a16:creationId xmlns:a16="http://schemas.microsoft.com/office/drawing/2014/main" id="{A1D672EA-8EDD-486F-AC3E-380E77D25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" y="1390650"/>
            <a:ext cx="10858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6C6E73"/>
                </a:solidFill>
              </a:defRPr>
            </a:pPr>
            <a:r>
              <a:rPr sz="660" b="0">
                <a:solidFill>
                  <a:srgbClr val="6C6E73"/>
                </a:solidFill>
              </a:rPr>
              <a:t>React workspace</a:t>
            </a:r>
          </a:p>
        </p:txBody>
      </p:sp>
      <p:sp>
        <p:nvSpPr>
          <p:cNvPr id="13" name="browser-lifeline">
            <a:extLst xmlns:a="http://schemas.openxmlformats.org/drawingml/2006/main">
              <a:ext uri="{FF2B5EF4-FFF2-40B4-BE49-F238E27FC236}">
                <a16:creationId xmlns:a16="http://schemas.microsoft.com/office/drawing/2014/main" id="{245B3A1F-4223-4F41-9A61-B4391852E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00200"/>
            <a:ext cx="0" cy="46958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C73D1D"/>
            </a:solidFill>
            <a:prstDash val="dash"/>
          </a:ln>
        </p:spPr>
      </p:sp>
      <p:sp>
        <p:nvSpPr>
          <p:cNvPr id="14" name="adapter-head">
            <a:extLst xmlns:a="http://schemas.openxmlformats.org/drawingml/2006/main">
              <a:ext uri="{FF2B5EF4-FFF2-40B4-BE49-F238E27FC236}">
                <a16:creationId xmlns:a16="http://schemas.microsoft.com/office/drawing/2014/main" id="{6C597C91-E8DF-4904-974C-A19BD3ABC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066800"/>
            <a:ext cx="12573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AFAF8"/>
          </a:solidFill>
          <a:ln xmlns:a="http://schemas.openxmlformats.org/drawingml/2006/main" w="13335">
            <a:solidFill>
              <a:srgbClr val="C73D1D"/>
            </a:solidFill>
            <a:prstDash val="solid"/>
          </a:ln>
        </p:spPr>
      </p:sp>
      <p:sp>
        <p:nvSpPr>
          <p:cNvPr id="15" name="adapter-label">
            <a:extLst xmlns:a="http://schemas.openxmlformats.org/drawingml/2006/main">
              <a:ext uri="{FF2B5EF4-FFF2-40B4-BE49-F238E27FC236}">
                <a16:creationId xmlns:a16="http://schemas.microsoft.com/office/drawing/2014/main" id="{2EC8F1C6-D41D-4974-AF8D-4B77AE5EF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181100"/>
            <a:ext cx="1085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C73D1D"/>
                </a:solidFill>
              </a:defRPr>
            </a:pPr>
            <a:r>
              <a:rPr sz="938" b="1">
                <a:solidFill>
                  <a:srgbClr val="C73D1D"/>
                </a:solidFill>
              </a:rPr>
              <a:t>API adapter</a:t>
            </a:r>
          </a:p>
        </p:txBody>
      </p:sp>
      <p:sp>
        <p:nvSpPr>
          <p:cNvPr id="16" name="adapter-sub">
            <a:extLst xmlns:a="http://schemas.openxmlformats.org/drawingml/2006/main">
              <a:ext uri="{FF2B5EF4-FFF2-40B4-BE49-F238E27FC236}">
                <a16:creationId xmlns:a16="http://schemas.microsoft.com/office/drawing/2014/main" id="{8F08DE44-747E-47FA-B713-F5A31C3B4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390650"/>
            <a:ext cx="10858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6C6E73"/>
                </a:solidFill>
              </a:defRPr>
            </a:pPr>
            <a:r>
              <a:rPr sz="660" b="0">
                <a:solidFill>
                  <a:srgbClr val="6C6E73"/>
                </a:solidFill>
              </a:rPr>
              <a:t>demo or live</a:t>
            </a:r>
          </a:p>
        </p:txBody>
      </p:sp>
      <p:sp>
        <p:nvSpPr>
          <p:cNvPr id="17" name="adapter-lifeline">
            <a:extLst xmlns:a="http://schemas.openxmlformats.org/drawingml/2006/main">
              <a:ext uri="{FF2B5EF4-FFF2-40B4-BE49-F238E27FC236}">
                <a16:creationId xmlns:a16="http://schemas.microsoft.com/office/drawing/2014/main" id="{B3952BB8-54E0-4C9A-BAA5-A42737282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600200"/>
            <a:ext cx="0" cy="46958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C73D1D"/>
            </a:solidFill>
            <a:prstDash val="dash"/>
          </a:ln>
        </p:spPr>
      </p:sp>
      <p:sp>
        <p:nvSpPr>
          <p:cNvPr id="18" name="clerk-head">
            <a:extLst xmlns:a="http://schemas.openxmlformats.org/drawingml/2006/main">
              <a:ext uri="{FF2B5EF4-FFF2-40B4-BE49-F238E27FC236}">
                <a16:creationId xmlns:a16="http://schemas.microsoft.com/office/drawing/2014/main" id="{D1B5CE4A-BF93-4788-BC0E-FBA3223FC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066800"/>
            <a:ext cx="12573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AFAF8"/>
          </a:solidFill>
          <a:ln xmlns:a="http://schemas.openxmlformats.org/drawingml/2006/main" w="13335">
            <a:solidFill>
              <a:srgbClr val="1C1D1F"/>
            </a:solidFill>
            <a:prstDash val="solid"/>
          </a:ln>
        </p:spPr>
      </p:sp>
      <p:sp>
        <p:nvSpPr>
          <p:cNvPr id="19" name="clerk-label">
            <a:extLst xmlns:a="http://schemas.openxmlformats.org/drawingml/2006/main">
              <a:ext uri="{FF2B5EF4-FFF2-40B4-BE49-F238E27FC236}">
                <a16:creationId xmlns:a16="http://schemas.microsoft.com/office/drawing/2014/main" id="{EFD9AC26-CF42-4ED1-B432-86787ABB7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181100"/>
            <a:ext cx="1085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1C1D1F"/>
                </a:solidFill>
              </a:defRPr>
            </a:pPr>
            <a:r>
              <a:rPr sz="938" b="1">
                <a:solidFill>
                  <a:srgbClr val="1C1D1F"/>
                </a:solidFill>
              </a:rPr>
              <a:t>Clerk</a:t>
            </a:r>
          </a:p>
        </p:txBody>
      </p:sp>
      <p:sp>
        <p:nvSpPr>
          <p:cNvPr id="20" name="clerk-sub">
            <a:extLst xmlns:a="http://schemas.openxmlformats.org/drawingml/2006/main">
              <a:ext uri="{FF2B5EF4-FFF2-40B4-BE49-F238E27FC236}">
                <a16:creationId xmlns:a16="http://schemas.microsoft.com/office/drawing/2014/main" id="{E7516157-6413-409B-B03C-522989E62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390650"/>
            <a:ext cx="10858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6C6E73"/>
                </a:solidFill>
              </a:defRPr>
            </a:pPr>
            <a:r>
              <a:rPr sz="660" b="0">
                <a:solidFill>
                  <a:srgbClr val="6C6E73"/>
                </a:solidFill>
              </a:rPr>
              <a:t>session + webhook</a:t>
            </a:r>
          </a:p>
        </p:txBody>
      </p:sp>
      <p:sp>
        <p:nvSpPr>
          <p:cNvPr id="21" name="clerk-lifeline">
            <a:extLst xmlns:a="http://schemas.openxmlformats.org/drawingml/2006/main">
              <a:ext uri="{FF2B5EF4-FFF2-40B4-BE49-F238E27FC236}">
                <a16:creationId xmlns:a16="http://schemas.microsoft.com/office/drawing/2014/main" id="{A8849EBA-DFA4-4EAD-9A78-0F5C8DB72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600200"/>
            <a:ext cx="0" cy="46958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C1D1F"/>
            </a:solidFill>
            <a:prstDash val="dash"/>
          </a:ln>
        </p:spPr>
      </p:sp>
      <p:sp>
        <p:nvSpPr>
          <p:cNvPr id="22" name="api-head">
            <a:extLst xmlns:a="http://schemas.openxmlformats.org/drawingml/2006/main">
              <a:ext uri="{FF2B5EF4-FFF2-40B4-BE49-F238E27FC236}">
                <a16:creationId xmlns:a16="http://schemas.microsoft.com/office/drawing/2014/main" id="{67B11E72-061A-4A97-B76A-41CD44593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066800"/>
            <a:ext cx="12573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AFAF8"/>
          </a:solidFill>
          <a:ln xmlns:a="http://schemas.openxmlformats.org/drawingml/2006/main" w="13335">
            <a:solidFill>
              <a:srgbClr val="1C1D1F"/>
            </a:solidFill>
            <a:prstDash val="solid"/>
          </a:ln>
        </p:spPr>
      </p:sp>
      <p:sp>
        <p:nvSpPr>
          <p:cNvPr id="23" name="api-label">
            <a:extLst xmlns:a="http://schemas.openxmlformats.org/drawingml/2006/main">
              <a:ext uri="{FF2B5EF4-FFF2-40B4-BE49-F238E27FC236}">
                <a16:creationId xmlns:a16="http://schemas.microsoft.com/office/drawing/2014/main" id="{0533C709-B5EE-4EE2-B824-33A404673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181100"/>
            <a:ext cx="1085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1C1D1F"/>
                </a:solidFill>
              </a:defRPr>
            </a:pPr>
            <a:r>
              <a:rPr sz="938" b="1">
                <a:solidFill>
                  <a:srgbClr val="1C1D1F"/>
                </a:solidFill>
              </a:rPr>
              <a:t>FastAPI</a:t>
            </a:r>
          </a:p>
        </p:txBody>
      </p:sp>
      <p:sp>
        <p:nvSpPr>
          <p:cNvPr id="24" name="api-sub">
            <a:extLst xmlns:a="http://schemas.openxmlformats.org/drawingml/2006/main">
              <a:ext uri="{FF2B5EF4-FFF2-40B4-BE49-F238E27FC236}">
                <a16:creationId xmlns:a16="http://schemas.microsoft.com/office/drawing/2014/main" id="{D952DB38-5C12-45D3-AB72-7512552F2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390650"/>
            <a:ext cx="10858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6C6E73"/>
                </a:solidFill>
              </a:defRPr>
            </a:pPr>
            <a:r>
              <a:rPr sz="660" b="0">
                <a:solidFill>
                  <a:srgbClr val="6C6E73"/>
                </a:solidFill>
              </a:rPr>
              <a:t>auth + quota + route</a:t>
            </a:r>
          </a:p>
        </p:txBody>
      </p:sp>
      <p:sp>
        <p:nvSpPr>
          <p:cNvPr id="25" name="api-lifeline">
            <a:extLst xmlns:a="http://schemas.openxmlformats.org/drawingml/2006/main">
              <a:ext uri="{FF2B5EF4-FFF2-40B4-BE49-F238E27FC236}">
                <a16:creationId xmlns:a16="http://schemas.microsoft.com/office/drawing/2014/main" id="{89AA5954-7440-4E78-8426-973CB0F6C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600200"/>
            <a:ext cx="0" cy="46958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C1D1F"/>
            </a:solidFill>
            <a:prstDash val="dash"/>
          </a:ln>
        </p:spPr>
      </p:sp>
      <p:sp>
        <p:nvSpPr>
          <p:cNvPr id="26" name="hf-head">
            <a:extLst xmlns:a="http://schemas.openxmlformats.org/drawingml/2006/main">
              <a:ext uri="{FF2B5EF4-FFF2-40B4-BE49-F238E27FC236}">
                <a16:creationId xmlns:a16="http://schemas.microsoft.com/office/drawing/2014/main" id="{DBD23998-E49B-429A-8F6B-CB4E04AD2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066800"/>
            <a:ext cx="12573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AFAF8"/>
          </a:solidFill>
          <a:ln xmlns:a="http://schemas.openxmlformats.org/drawingml/2006/main" w="13335">
            <a:solidFill>
              <a:srgbClr val="1C1D1F"/>
            </a:solidFill>
            <a:prstDash val="solid"/>
          </a:ln>
        </p:spPr>
      </p:sp>
      <p:sp>
        <p:nvSpPr>
          <p:cNvPr id="27" name="hf-label">
            <a:extLst xmlns:a="http://schemas.openxmlformats.org/drawingml/2006/main">
              <a:ext uri="{FF2B5EF4-FFF2-40B4-BE49-F238E27FC236}">
                <a16:creationId xmlns:a16="http://schemas.microsoft.com/office/drawing/2014/main" id="{5651D9E2-E357-4849-8F8A-BF303D785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1181100"/>
            <a:ext cx="1085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1C1D1F"/>
                </a:solidFill>
              </a:defRPr>
            </a:pPr>
            <a:r>
              <a:rPr sz="938" b="1">
                <a:solidFill>
                  <a:srgbClr val="1C1D1F"/>
                </a:solidFill>
              </a:rPr>
              <a:t>HF inference</a:t>
            </a:r>
          </a:p>
        </p:txBody>
      </p:sp>
      <p:sp>
        <p:nvSpPr>
          <p:cNvPr id="28" name="hf-sub">
            <a:extLst xmlns:a="http://schemas.openxmlformats.org/drawingml/2006/main">
              <a:ext uri="{FF2B5EF4-FFF2-40B4-BE49-F238E27FC236}">
                <a16:creationId xmlns:a16="http://schemas.microsoft.com/office/drawing/2014/main" id="{6D8761A6-F839-40A3-8E3D-7D1CFB80D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1390650"/>
            <a:ext cx="10858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6C6E73"/>
                </a:solidFill>
              </a:defRPr>
            </a:pPr>
            <a:r>
              <a:rPr sz="660" b="0">
                <a:solidFill>
                  <a:srgbClr val="6C6E73"/>
                </a:solidFill>
              </a:rPr>
              <a:t>JSON candidate</a:t>
            </a:r>
          </a:p>
        </p:txBody>
      </p:sp>
      <p:sp>
        <p:nvSpPr>
          <p:cNvPr id="29" name="hf-lifeline">
            <a:extLst xmlns:a="http://schemas.openxmlformats.org/drawingml/2006/main">
              <a:ext uri="{FF2B5EF4-FFF2-40B4-BE49-F238E27FC236}">
                <a16:creationId xmlns:a16="http://schemas.microsoft.com/office/drawing/2014/main" id="{EC435382-7992-4F95-B3E0-A47EE9E85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600200"/>
            <a:ext cx="0" cy="46958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C1D1F"/>
            </a:solidFill>
            <a:prstDash val="dash"/>
          </a:ln>
        </p:spPr>
      </p:sp>
      <p:sp>
        <p:nvSpPr>
          <p:cNvPr id="30" name="db-head">
            <a:extLst xmlns:a="http://schemas.openxmlformats.org/drawingml/2006/main">
              <a:ext uri="{FF2B5EF4-FFF2-40B4-BE49-F238E27FC236}">
                <a16:creationId xmlns:a16="http://schemas.microsoft.com/office/drawing/2014/main" id="{D02F88B7-0CE7-4FFB-A3CB-B9FF70737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1066800"/>
            <a:ext cx="12573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AFAF8"/>
          </a:solidFill>
          <a:ln xmlns:a="http://schemas.openxmlformats.org/drawingml/2006/main" w="13335">
            <a:solidFill>
              <a:srgbClr val="2F7D3E"/>
            </a:solidFill>
            <a:prstDash val="solid"/>
          </a:ln>
        </p:spPr>
      </p:sp>
      <p:sp>
        <p:nvSpPr>
          <p:cNvPr id="31" name="db-label">
            <a:extLst xmlns:a="http://schemas.openxmlformats.org/drawingml/2006/main">
              <a:ext uri="{FF2B5EF4-FFF2-40B4-BE49-F238E27FC236}">
                <a16:creationId xmlns:a16="http://schemas.microsoft.com/office/drawing/2014/main" id="{2D39E154-680F-4BB0-A76B-FFF3BC935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06075" y="1181100"/>
            <a:ext cx="1085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2F7D3E"/>
                </a:solidFill>
              </a:defRPr>
            </a:pPr>
            <a:r>
              <a:rPr sz="938" b="1">
                <a:solidFill>
                  <a:srgbClr val="2F7D3E"/>
                </a:solidFill>
              </a:rPr>
              <a:t>SQL database</a:t>
            </a:r>
          </a:p>
        </p:txBody>
      </p:sp>
      <p:sp>
        <p:nvSpPr>
          <p:cNvPr id="32" name="db-sub">
            <a:extLst xmlns:a="http://schemas.openxmlformats.org/drawingml/2006/main">
              <a:ext uri="{FF2B5EF4-FFF2-40B4-BE49-F238E27FC236}">
                <a16:creationId xmlns:a16="http://schemas.microsoft.com/office/drawing/2014/main" id="{0BCCD448-48F6-4EF9-A0E6-03015E1EA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06075" y="1390650"/>
            <a:ext cx="10858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6C6E73"/>
                </a:solidFill>
              </a:defRPr>
            </a:pPr>
            <a:r>
              <a:rPr sz="660" b="0">
                <a:solidFill>
                  <a:srgbClr val="6C6E73"/>
                </a:solidFill>
              </a:rPr>
              <a:t>challenges + quotas</a:t>
            </a:r>
          </a:p>
        </p:txBody>
      </p:sp>
      <p:sp>
        <p:nvSpPr>
          <p:cNvPr id="33" name="db-lifeline">
            <a:extLst xmlns:a="http://schemas.openxmlformats.org/drawingml/2006/main">
              <a:ext uri="{FF2B5EF4-FFF2-40B4-BE49-F238E27FC236}">
                <a16:creationId xmlns:a16="http://schemas.microsoft.com/office/drawing/2014/main" id="{BD798013-80E5-4BE3-AB88-19B4EBAEA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600200"/>
            <a:ext cx="0" cy="46958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2F7D3E"/>
            </a:solidFill>
            <a:prstDash val="dash"/>
          </a:ln>
        </p:spPr>
      </p:sp>
      <p:sp>
        <p:nvSpPr>
          <p:cNvPr id="34" name="demo-request-arrow">
            <a:extLst xmlns:a="http://schemas.openxmlformats.org/drawingml/2006/main">
              <a:ext uri="{FF2B5EF4-FFF2-40B4-BE49-F238E27FC236}">
                <a16:creationId xmlns:a16="http://schemas.microsoft.com/office/drawing/2014/main" id="{C6C8F6C2-38FB-43BC-8CC5-1EE93FAD7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133600"/>
            <a:ext cx="184785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73D1D"/>
          </a:solidFill>
          <a:ln xmlns:a="http://schemas.openxmlformats.org/drawingml/2006/main" w="0">
            <a:solidFill>
              <a:srgbClr val="C73D1D"/>
            </a:solidFill>
            <a:prstDash val="solid"/>
          </a:ln>
        </p:spPr>
      </p:sp>
      <p:sp>
        <p:nvSpPr>
          <p:cNvPr id="35" name="demo-request-label">
            <a:extLst xmlns:a="http://schemas.openxmlformats.org/drawingml/2006/main">
              <a:ext uri="{FF2B5EF4-FFF2-40B4-BE49-F238E27FC236}">
                <a16:creationId xmlns:a16="http://schemas.microsoft.com/office/drawing/2014/main" id="{F0DD2804-8E68-4CC6-89D8-2AC2C537E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924050"/>
            <a:ext cx="16573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C73D1D"/>
                </a:solidFill>
              </a:defRPr>
            </a:pPr>
            <a:r>
              <a:rPr sz="788" b="1">
                <a:solidFill>
                  <a:srgbClr val="C73D1D"/>
                </a:solidFill>
              </a:rPr>
              <a:t>makeRequest()</a:t>
            </a:r>
          </a:p>
        </p:txBody>
      </p:sp>
      <p:sp>
        <p:nvSpPr>
          <p:cNvPr id="36" name="demo-request-detail">
            <a:extLst xmlns:a="http://schemas.openxmlformats.org/drawingml/2006/main">
              <a:ext uri="{FF2B5EF4-FFF2-40B4-BE49-F238E27FC236}">
                <a16:creationId xmlns:a16="http://schemas.microsoft.com/office/drawing/2014/main" id="{D08EFF7C-C148-4BCE-955F-09DF61171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47900"/>
            <a:ext cx="16573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6C6E73"/>
                </a:solidFill>
              </a:defRPr>
            </a:pPr>
            <a:r>
              <a:rPr sz="660" b="0">
                <a:solidFill>
                  <a:srgbClr val="6C6E73"/>
                </a:solidFill>
              </a:rPr>
              <a:t>shared frontend contract</a:t>
            </a:r>
          </a:p>
        </p:txBody>
      </p:sp>
      <p:sp>
        <p:nvSpPr>
          <p:cNvPr id="37" name="demo-response-arrow">
            <a:extLst xmlns:a="http://schemas.openxmlformats.org/drawingml/2006/main">
              <a:ext uri="{FF2B5EF4-FFF2-40B4-BE49-F238E27FC236}">
                <a16:creationId xmlns:a16="http://schemas.microsoft.com/office/drawing/2014/main" id="{1E85FA31-295D-4EFE-9B38-5DCE62D23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71750"/>
            <a:ext cx="1847850" cy="76200"/>
          </a:xfrm>
          <a:prstGeom xmlns:a="http://schemas.openxmlformats.org/drawingml/2006/main" prst="leftArrow">
            <a:avLst/>
          </a:prstGeom>
          <a:solidFill xmlns:a="http://schemas.openxmlformats.org/drawingml/2006/main">
            <a:srgbClr val="2F7D3E"/>
          </a:solidFill>
          <a:ln xmlns:a="http://schemas.openxmlformats.org/drawingml/2006/main" w="0">
            <a:solidFill>
              <a:srgbClr val="2F7D3E"/>
            </a:solidFill>
            <a:prstDash val="solid"/>
          </a:ln>
        </p:spPr>
      </p:sp>
      <p:sp>
        <p:nvSpPr>
          <p:cNvPr id="38" name="demo-response-label">
            <a:extLst xmlns:a="http://schemas.openxmlformats.org/drawingml/2006/main">
              <a:ext uri="{FF2B5EF4-FFF2-40B4-BE49-F238E27FC236}">
                <a16:creationId xmlns:a16="http://schemas.microsoft.com/office/drawing/2014/main" id="{84D2A51C-1909-4BFF-A576-2235A01A3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362200"/>
            <a:ext cx="16573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2F7D3E"/>
                </a:solidFill>
              </a:defRPr>
            </a:pPr>
            <a:r>
              <a:rPr sz="788" b="1">
                <a:solidFill>
                  <a:srgbClr val="2F7D3E"/>
                </a:solidFill>
              </a:rPr>
              <a:t>deterministic Challenge</a:t>
            </a:r>
          </a:p>
        </p:txBody>
      </p:sp>
      <p:sp>
        <p:nvSpPr>
          <p:cNvPr id="39" name="demo-response-detail">
            <a:extLst xmlns:a="http://schemas.openxmlformats.org/drawingml/2006/main">
              <a:ext uri="{FF2B5EF4-FFF2-40B4-BE49-F238E27FC236}">
                <a16:creationId xmlns:a16="http://schemas.microsoft.com/office/drawing/2014/main" id="{1185D2CD-E648-4260-B8B2-111B035BB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686050"/>
            <a:ext cx="16573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6C6E73"/>
                </a:solidFill>
              </a:defRPr>
            </a:pPr>
            <a:r>
              <a:rPr sz="660" b="0">
                <a:solidFill>
                  <a:srgbClr val="6C6E73"/>
                </a:solidFill>
              </a:rPr>
              <a:t>fixture response</a:t>
            </a:r>
          </a:p>
        </p:txBody>
      </p:sp>
      <p:sp>
        <p:nvSpPr>
          <p:cNvPr id="40" name="live-request-arrow">
            <a:extLst xmlns:a="http://schemas.openxmlformats.org/drawingml/2006/main">
              <a:ext uri="{FF2B5EF4-FFF2-40B4-BE49-F238E27FC236}">
                <a16:creationId xmlns:a16="http://schemas.microsoft.com/office/drawing/2014/main" id="{2A6DCE73-EE34-4B93-A9B4-1C3DF7046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276600"/>
            <a:ext cx="184785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73D1D"/>
          </a:solidFill>
          <a:ln xmlns:a="http://schemas.openxmlformats.org/drawingml/2006/main" w="0">
            <a:solidFill>
              <a:srgbClr val="C73D1D"/>
            </a:solidFill>
            <a:prstDash val="solid"/>
          </a:ln>
        </p:spPr>
      </p:sp>
      <p:sp>
        <p:nvSpPr>
          <p:cNvPr id="41" name="live-request-label">
            <a:extLst xmlns:a="http://schemas.openxmlformats.org/drawingml/2006/main">
              <a:ext uri="{FF2B5EF4-FFF2-40B4-BE49-F238E27FC236}">
                <a16:creationId xmlns:a16="http://schemas.microsoft.com/office/drawing/2014/main" id="{A791742B-0F64-43D5-BB1D-01B96B8B3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067050"/>
            <a:ext cx="16573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C73D1D"/>
                </a:solidFill>
              </a:defRPr>
            </a:pPr>
            <a:r>
              <a:rPr sz="788" b="1">
                <a:solidFill>
                  <a:srgbClr val="C73D1D"/>
                </a:solidFill>
              </a:rPr>
              <a:t>makeRequest()</a:t>
            </a:r>
          </a:p>
        </p:txBody>
      </p:sp>
      <p:sp>
        <p:nvSpPr>
          <p:cNvPr id="42" name="live-request-detail">
            <a:extLst xmlns:a="http://schemas.openxmlformats.org/drawingml/2006/main">
              <a:ext uri="{FF2B5EF4-FFF2-40B4-BE49-F238E27FC236}">
                <a16:creationId xmlns:a16="http://schemas.microsoft.com/office/drawing/2014/main" id="{6A6D303D-D8BB-4DFF-AD9D-E76A62956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390900"/>
            <a:ext cx="16573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6C6E73"/>
                </a:solidFill>
              </a:defRPr>
            </a:pPr>
            <a:r>
              <a:rPr sz="660" b="0">
                <a:solidFill>
                  <a:srgbClr val="6C6E73"/>
                </a:solidFill>
              </a:rPr>
              <a:t>runtime mode = live</a:t>
            </a:r>
          </a:p>
        </p:txBody>
      </p:sp>
      <p:sp>
        <p:nvSpPr>
          <p:cNvPr id="43" name="live-token-arrow">
            <a:extLst xmlns:a="http://schemas.openxmlformats.org/drawingml/2006/main">
              <a:ext uri="{FF2B5EF4-FFF2-40B4-BE49-F238E27FC236}">
                <a16:creationId xmlns:a16="http://schemas.microsoft.com/office/drawing/2014/main" id="{1B8C5CEF-14CD-442B-A49D-EA8E4006F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724275"/>
            <a:ext cx="175260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73D1D"/>
          </a:solidFill>
          <a:ln xmlns:a="http://schemas.openxmlformats.org/drawingml/2006/main" w="0">
            <a:solidFill>
              <a:srgbClr val="C73D1D"/>
            </a:solidFill>
            <a:prstDash val="solid"/>
          </a:ln>
        </p:spPr>
      </p:sp>
      <p:sp>
        <p:nvSpPr>
          <p:cNvPr id="44" name="live-token-label">
            <a:extLst xmlns:a="http://schemas.openxmlformats.org/drawingml/2006/main">
              <a:ext uri="{FF2B5EF4-FFF2-40B4-BE49-F238E27FC236}">
                <a16:creationId xmlns:a16="http://schemas.microsoft.com/office/drawing/2014/main" id="{65649D88-09E6-4FB0-89B0-4BDA49993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514725"/>
            <a:ext cx="15621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C73D1D"/>
                </a:solidFill>
              </a:defRPr>
            </a:pPr>
            <a:r>
              <a:rPr sz="788" b="1">
                <a:solidFill>
                  <a:srgbClr val="C73D1D"/>
                </a:solidFill>
              </a:rPr>
              <a:t>session token</a:t>
            </a:r>
          </a:p>
        </p:txBody>
      </p:sp>
      <p:sp>
        <p:nvSpPr>
          <p:cNvPr id="45" name="live-token-detail">
            <a:extLst xmlns:a="http://schemas.openxmlformats.org/drawingml/2006/main">
              <a:ext uri="{FF2B5EF4-FFF2-40B4-BE49-F238E27FC236}">
                <a16:creationId xmlns:a16="http://schemas.microsoft.com/office/drawing/2014/main" id="{59EF6247-199D-4CAB-AAC8-D08B752FF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838575"/>
            <a:ext cx="15621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6C6E73"/>
                </a:solidFill>
              </a:defRPr>
            </a:pPr>
            <a:r>
              <a:rPr sz="660" b="0">
                <a:solidFill>
                  <a:srgbClr val="6C6E73"/>
                </a:solidFill>
              </a:rPr>
              <a:t>Bearer JWT</a:t>
            </a:r>
          </a:p>
        </p:txBody>
      </p:sp>
      <p:sp>
        <p:nvSpPr>
          <p:cNvPr id="46" name="live-auth-arrow">
            <a:extLst xmlns:a="http://schemas.openxmlformats.org/drawingml/2006/main">
              <a:ext uri="{FF2B5EF4-FFF2-40B4-BE49-F238E27FC236}">
                <a16:creationId xmlns:a16="http://schemas.microsoft.com/office/drawing/2014/main" id="{EDFEDC64-5464-4686-AFB9-BAE91FDEB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171950"/>
            <a:ext cx="194310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C1D1F"/>
          </a:solidFill>
          <a:ln xmlns:a="http://schemas.openxmlformats.org/drawingml/2006/main" w="0">
            <a:solidFill>
              <a:srgbClr val="1C1D1F"/>
            </a:solidFill>
            <a:prstDash val="solid"/>
          </a:ln>
        </p:spPr>
      </p:sp>
      <p:sp>
        <p:nvSpPr>
          <p:cNvPr id="47" name="live-auth-label">
            <a:extLst xmlns:a="http://schemas.openxmlformats.org/drawingml/2006/main">
              <a:ext uri="{FF2B5EF4-FFF2-40B4-BE49-F238E27FC236}">
                <a16:creationId xmlns:a16="http://schemas.microsoft.com/office/drawing/2014/main" id="{48BAF973-361A-4A3C-81D3-F8A069F28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962400"/>
            <a:ext cx="17526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C1D1F"/>
                </a:solidFill>
              </a:defRPr>
            </a:pPr>
            <a:r>
              <a:rPr sz="788" b="1">
                <a:solidFill>
                  <a:srgbClr val="1C1D1F"/>
                </a:solidFill>
              </a:rPr>
              <a:t>verified user</a:t>
            </a:r>
          </a:p>
        </p:txBody>
      </p:sp>
      <p:sp>
        <p:nvSpPr>
          <p:cNvPr id="48" name="live-auth-detail">
            <a:extLst xmlns:a="http://schemas.openxmlformats.org/drawingml/2006/main">
              <a:ext uri="{FF2B5EF4-FFF2-40B4-BE49-F238E27FC236}">
                <a16:creationId xmlns:a16="http://schemas.microsoft.com/office/drawing/2014/main" id="{48E8BE22-8D72-40C8-A00D-FC30A2E42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286250"/>
            <a:ext cx="17526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6C6E73"/>
                </a:solidFill>
              </a:defRPr>
            </a:pPr>
            <a:r>
              <a:rPr sz="660" b="0">
                <a:solidFill>
                  <a:srgbClr val="6C6E73"/>
                </a:solidFill>
              </a:rPr>
              <a:t>authorized party checked</a:t>
            </a:r>
          </a:p>
        </p:txBody>
      </p:sp>
      <p:sp>
        <p:nvSpPr>
          <p:cNvPr id="49" name="quota-read-arrow">
            <a:extLst xmlns:a="http://schemas.openxmlformats.org/drawingml/2006/main">
              <a:ext uri="{FF2B5EF4-FFF2-40B4-BE49-F238E27FC236}">
                <a16:creationId xmlns:a16="http://schemas.microsoft.com/office/drawing/2014/main" id="{2A802B05-2220-478D-8E71-3C67D8347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619625"/>
            <a:ext cx="394335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C1D1F"/>
          </a:solidFill>
          <a:ln xmlns:a="http://schemas.openxmlformats.org/drawingml/2006/main" w="0">
            <a:solidFill>
              <a:srgbClr val="1C1D1F"/>
            </a:solidFill>
            <a:prstDash val="solid"/>
          </a:ln>
        </p:spPr>
      </p:sp>
      <p:sp>
        <p:nvSpPr>
          <p:cNvPr id="50" name="quota-read-label">
            <a:extLst xmlns:a="http://schemas.openxmlformats.org/drawingml/2006/main">
              <a:ext uri="{FF2B5EF4-FFF2-40B4-BE49-F238E27FC236}">
                <a16:creationId xmlns:a16="http://schemas.microsoft.com/office/drawing/2014/main" id="{0CC03573-41CB-4F6A-BCBF-436170E0F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410075"/>
            <a:ext cx="37528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C1D1F"/>
                </a:solidFill>
              </a:defRPr>
            </a:pPr>
            <a:r>
              <a:rPr sz="788" b="1">
                <a:solidFill>
                  <a:srgbClr val="1C1D1F"/>
                </a:solidFill>
              </a:rPr>
              <a:t>load / reset quota</a:t>
            </a:r>
          </a:p>
        </p:txBody>
      </p:sp>
      <p:sp>
        <p:nvSpPr>
          <p:cNvPr id="51" name="quota-read-detail">
            <a:extLst xmlns:a="http://schemas.openxmlformats.org/drawingml/2006/main">
              <a:ext uri="{FF2B5EF4-FFF2-40B4-BE49-F238E27FC236}">
                <a16:creationId xmlns:a16="http://schemas.microsoft.com/office/drawing/2014/main" id="{346E99AD-0CFA-4832-995A-CE31A3729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733925"/>
            <a:ext cx="37528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6C6E73"/>
                </a:solidFill>
              </a:defRPr>
            </a:pPr>
            <a:r>
              <a:rPr sz="660" b="0">
                <a:solidFill>
                  <a:srgbClr val="6C6E73"/>
                </a:solidFill>
              </a:rPr>
              <a:t>50 daily · 429 when empty</a:t>
            </a:r>
          </a:p>
        </p:txBody>
      </p:sp>
      <p:sp>
        <p:nvSpPr>
          <p:cNvPr id="52" name="model-request-arrow">
            <a:extLst xmlns:a="http://schemas.openxmlformats.org/drawingml/2006/main">
              <a:ext uri="{FF2B5EF4-FFF2-40B4-BE49-F238E27FC236}">
                <a16:creationId xmlns:a16="http://schemas.microsoft.com/office/drawing/2014/main" id="{7F189EFA-E049-4644-8EB6-C47818B29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5067300"/>
            <a:ext cx="184785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C1D1F"/>
          </a:solidFill>
          <a:ln xmlns:a="http://schemas.openxmlformats.org/drawingml/2006/main" w="0">
            <a:solidFill>
              <a:srgbClr val="1C1D1F"/>
            </a:solidFill>
            <a:prstDash val="solid"/>
          </a:ln>
        </p:spPr>
      </p:sp>
      <p:sp>
        <p:nvSpPr>
          <p:cNvPr id="53" name="model-request-label">
            <a:extLst xmlns:a="http://schemas.openxmlformats.org/drawingml/2006/main">
              <a:ext uri="{FF2B5EF4-FFF2-40B4-BE49-F238E27FC236}">
                <a16:creationId xmlns:a16="http://schemas.microsoft.com/office/drawing/2014/main" id="{6B933553-79B3-4714-84B3-73CCAC411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857750"/>
            <a:ext cx="16573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C1D1F"/>
                </a:solidFill>
              </a:defRPr>
            </a:pPr>
            <a:r>
              <a:rPr sz="788" b="1">
                <a:solidFill>
                  <a:srgbClr val="1C1D1F"/>
                </a:solidFill>
              </a:rPr>
              <a:t>request JSON</a:t>
            </a:r>
          </a:p>
        </p:txBody>
      </p:sp>
      <p:sp>
        <p:nvSpPr>
          <p:cNvPr id="54" name="model-request-detail">
            <a:extLst xmlns:a="http://schemas.openxmlformats.org/drawingml/2006/main">
              <a:ext uri="{FF2B5EF4-FFF2-40B4-BE49-F238E27FC236}">
                <a16:creationId xmlns:a16="http://schemas.microsoft.com/office/drawing/2014/main" id="{81B46072-3217-4A21-B7F8-D15BCA77A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181600"/>
            <a:ext cx="16573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6C6E73"/>
                </a:solidFill>
              </a:defRPr>
            </a:pPr>
            <a:r>
              <a:rPr sz="660" b="0">
                <a:solidFill>
                  <a:srgbClr val="6C6E73"/>
                </a:solidFill>
              </a:rPr>
              <a:t>hosted inference</a:t>
            </a:r>
          </a:p>
        </p:txBody>
      </p:sp>
      <p:sp>
        <p:nvSpPr>
          <p:cNvPr id="55" name="model-response-arrow">
            <a:extLst xmlns:a="http://schemas.openxmlformats.org/drawingml/2006/main">
              <a:ext uri="{FF2B5EF4-FFF2-40B4-BE49-F238E27FC236}">
                <a16:creationId xmlns:a16="http://schemas.microsoft.com/office/drawing/2014/main" id="{86C72461-AF73-49F7-AF5F-9C2730BB4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5467350"/>
            <a:ext cx="1847850" cy="76200"/>
          </a:xfrm>
          <a:prstGeom xmlns:a="http://schemas.openxmlformats.org/drawingml/2006/main" prst="leftArrow">
            <a:avLst/>
          </a:prstGeom>
          <a:solidFill xmlns:a="http://schemas.openxmlformats.org/drawingml/2006/main">
            <a:srgbClr val="1C1D1F"/>
          </a:solidFill>
          <a:ln xmlns:a="http://schemas.openxmlformats.org/drawingml/2006/main" w="0">
            <a:solidFill>
              <a:srgbClr val="1C1D1F"/>
            </a:solidFill>
            <a:prstDash val="solid"/>
          </a:ln>
        </p:spPr>
      </p:sp>
      <p:sp>
        <p:nvSpPr>
          <p:cNvPr id="56" name="model-response-label">
            <a:extLst xmlns:a="http://schemas.openxmlformats.org/drawingml/2006/main">
              <a:ext uri="{FF2B5EF4-FFF2-40B4-BE49-F238E27FC236}">
                <a16:creationId xmlns:a16="http://schemas.microsoft.com/office/drawing/2014/main" id="{AAC86F13-A4D6-47E3-9661-748AAD2D9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257800"/>
            <a:ext cx="16573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C1D1F"/>
                </a:solidFill>
              </a:defRPr>
            </a:pPr>
            <a:r>
              <a:rPr sz="788" b="1">
                <a:solidFill>
                  <a:srgbClr val="1C1D1F"/>
                </a:solidFill>
              </a:rPr>
              <a:t>candidate</a:t>
            </a:r>
          </a:p>
        </p:txBody>
      </p:sp>
      <p:sp>
        <p:nvSpPr>
          <p:cNvPr id="57" name="validation-link">
            <a:extLst xmlns:a="http://schemas.openxmlformats.org/drawingml/2006/main">
              <a:ext uri="{FF2B5EF4-FFF2-40B4-BE49-F238E27FC236}">
                <a16:creationId xmlns:a16="http://schemas.microsoft.com/office/drawing/2014/main" id="{3AB6F249-DFC2-4995-8415-5E207244F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829300"/>
            <a:ext cx="209550" cy="66675"/>
          </a:xfrm>
          <a:prstGeom xmlns:a="http://schemas.openxmlformats.org/drawingml/2006/main" prst="leftArrow">
            <a:avLst/>
          </a:prstGeom>
          <a:solidFill xmlns:a="http://schemas.openxmlformats.org/drawingml/2006/main">
            <a:srgbClr val="2F7D3E"/>
          </a:solidFill>
          <a:ln xmlns:a="http://schemas.openxmlformats.org/drawingml/2006/main" w="0">
            <a:solidFill>
              <a:srgbClr val="2F7D3E"/>
            </a:solidFill>
            <a:prstDash val="solid"/>
          </a:ln>
        </p:spPr>
      </p:sp>
      <p:sp>
        <p:nvSpPr>
          <p:cNvPr id="58" name="validation-gate">
            <a:extLst xmlns:a="http://schemas.openxmlformats.org/drawingml/2006/main">
              <a:ext uri="{FF2B5EF4-FFF2-40B4-BE49-F238E27FC236}">
                <a16:creationId xmlns:a16="http://schemas.microsoft.com/office/drawing/2014/main" id="{5317F84D-146A-4390-B9F5-184922B7E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5600700"/>
            <a:ext cx="12954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EF6EE"/>
          </a:solidFill>
          <a:ln xmlns:a="http://schemas.openxmlformats.org/drawingml/2006/main" w="12383">
            <a:solidFill>
              <a:srgbClr val="2F7D3E"/>
            </a:solidFill>
            <a:prstDash val="solid"/>
          </a:ln>
        </p:spPr>
      </p:sp>
      <p:sp>
        <p:nvSpPr>
          <p:cNvPr id="59" name="validation-title">
            <a:extLst xmlns:a="http://schemas.openxmlformats.org/drawingml/2006/main">
              <a:ext uri="{FF2B5EF4-FFF2-40B4-BE49-F238E27FC236}">
                <a16:creationId xmlns:a16="http://schemas.microsoft.com/office/drawing/2014/main" id="{DE2D246C-623B-447A-8A6A-2C00AF8DA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5695950"/>
            <a:ext cx="10668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73" b="1">
                <a:solidFill>
                  <a:srgbClr val="2F7D3E"/>
                </a:solidFill>
              </a:defRPr>
            </a:pPr>
            <a:r>
              <a:rPr sz="773" b="1">
                <a:solidFill>
                  <a:srgbClr val="2F7D3E"/>
                </a:solidFill>
              </a:rPr>
              <a:t>Pydantic gate</a:t>
            </a:r>
          </a:p>
        </p:txBody>
      </p:sp>
      <p:sp>
        <p:nvSpPr>
          <p:cNvPr id="60" name="validation-copy">
            <a:extLst xmlns:a="http://schemas.openxmlformats.org/drawingml/2006/main">
              <a:ext uri="{FF2B5EF4-FFF2-40B4-BE49-F238E27FC236}">
                <a16:creationId xmlns:a16="http://schemas.microsoft.com/office/drawing/2014/main" id="{11642920-CC40-42A6-B86E-27BDA2E5C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5905500"/>
            <a:ext cx="1104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45" b="0">
                <a:solidFill>
                  <a:srgbClr val="6C6E73"/>
                </a:solidFill>
              </a:defRPr>
            </a:pPr>
            <a:r>
              <a:rPr sz="645" b="0">
                <a:solidFill>
                  <a:srgbClr val="6C6E73"/>
                </a:solidFill>
              </a:rPr>
              <a:t>4 unique · id 0–3</a:t>
            </a:r>
          </a:p>
        </p:txBody>
      </p:sp>
      <p:sp>
        <p:nvSpPr>
          <p:cNvPr id="61" name="tx-boundary">
            <a:extLst xmlns:a="http://schemas.openxmlformats.org/drawingml/2006/main">
              <a:ext uri="{FF2B5EF4-FFF2-40B4-BE49-F238E27FC236}">
                <a16:creationId xmlns:a16="http://schemas.microsoft.com/office/drawing/2014/main" id="{5BE141A2-5A2A-4CA8-8107-BCE307ED0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5600700"/>
            <a:ext cx="4248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EEF6EE"/>
          </a:solidFill>
          <a:ln xmlns:a="http://schemas.openxmlformats.org/drawingml/2006/main" w="13335">
            <a:solidFill>
              <a:srgbClr val="2F7D3E"/>
            </a:solidFill>
            <a:prstDash val="solid"/>
          </a:ln>
        </p:spPr>
      </p:sp>
      <p:sp>
        <p:nvSpPr>
          <p:cNvPr id="62" name="tx-label">
            <a:extLst xmlns:a="http://schemas.openxmlformats.org/drawingml/2006/main">
              <a:ext uri="{FF2B5EF4-FFF2-40B4-BE49-F238E27FC236}">
                <a16:creationId xmlns:a16="http://schemas.microsoft.com/office/drawing/2014/main" id="{F0B3494E-8F4B-4200-8756-88C00E568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686425"/>
            <a:ext cx="20383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90" b="1">
                <a:solidFill>
                  <a:srgbClr val="2F7D3E"/>
                </a:solidFill>
              </a:defRPr>
            </a:pPr>
            <a:r>
              <a:rPr sz="690" b="1">
                <a:solidFill>
                  <a:srgbClr val="2F7D3E"/>
                </a:solidFill>
              </a:rPr>
              <a:t>ONE SQLALCHEMY TRANSACTION</a:t>
            </a:r>
          </a:p>
        </p:txBody>
      </p:sp>
      <p:sp>
        <p:nvSpPr>
          <p:cNvPr id="63" name="tx-write-arrow">
            <a:extLst xmlns:a="http://schemas.openxmlformats.org/drawingml/2006/main">
              <a:ext uri="{FF2B5EF4-FFF2-40B4-BE49-F238E27FC236}">
                <a16:creationId xmlns:a16="http://schemas.microsoft.com/office/drawing/2014/main" id="{8CFB1F47-3D5B-4E90-A972-5AE65521B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6048375"/>
            <a:ext cx="394335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F7D3E"/>
          </a:solidFill>
          <a:ln xmlns:a="http://schemas.openxmlformats.org/drawingml/2006/main" w="0">
            <a:solidFill>
              <a:srgbClr val="2F7D3E"/>
            </a:solidFill>
            <a:prstDash val="solid"/>
          </a:ln>
        </p:spPr>
      </p:sp>
      <p:sp>
        <p:nvSpPr>
          <p:cNvPr id="64" name="tx-write-label">
            <a:extLst xmlns:a="http://schemas.openxmlformats.org/drawingml/2006/main">
              <a:ext uri="{FF2B5EF4-FFF2-40B4-BE49-F238E27FC236}">
                <a16:creationId xmlns:a16="http://schemas.microsoft.com/office/drawing/2014/main" id="{DFBC387E-28D7-4BE9-A6E6-75D6297E4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5857875"/>
            <a:ext cx="3048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73" b="1">
                <a:solidFill>
                  <a:srgbClr val="2F7D3E"/>
                </a:solidFill>
              </a:defRPr>
            </a:pPr>
            <a:r>
              <a:rPr sz="773" b="1">
                <a:solidFill>
                  <a:srgbClr val="2F7D3E"/>
                </a:solidFill>
              </a:rPr>
              <a:t>insert Challenge + decrement quota</a:t>
            </a:r>
          </a:p>
        </p:txBody>
      </p:sp>
      <p:sp>
        <p:nvSpPr>
          <p:cNvPr id="65" name="tx-commit-arrow">
            <a:extLst xmlns:a="http://schemas.openxmlformats.org/drawingml/2006/main">
              <a:ext uri="{FF2B5EF4-FFF2-40B4-BE49-F238E27FC236}">
                <a16:creationId xmlns:a16="http://schemas.microsoft.com/office/drawing/2014/main" id="{2E2D7CA5-EB1A-466A-BCE6-2FDAE724A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6267450"/>
            <a:ext cx="3943350" cy="66675"/>
          </a:xfrm>
          <a:prstGeom xmlns:a="http://schemas.openxmlformats.org/drawingml/2006/main" prst="leftArrow">
            <a:avLst/>
          </a:prstGeom>
          <a:solidFill xmlns:a="http://schemas.openxmlformats.org/drawingml/2006/main">
            <a:srgbClr val="2F7D3E"/>
          </a:solidFill>
          <a:ln xmlns:a="http://schemas.openxmlformats.org/drawingml/2006/main" w="0">
            <a:solidFill>
              <a:srgbClr val="2F7D3E"/>
            </a:solidFill>
            <a:prstDash val="solid"/>
          </a:ln>
        </p:spPr>
      </p:sp>
      <p:sp>
        <p:nvSpPr>
          <p:cNvPr id="66" name="tx-commit-label">
            <a:extLst xmlns:a="http://schemas.openxmlformats.org/drawingml/2006/main">
              <a:ext uri="{FF2B5EF4-FFF2-40B4-BE49-F238E27FC236}">
                <a16:creationId xmlns:a16="http://schemas.microsoft.com/office/drawing/2014/main" id="{26583FA9-81E7-493C-9DEE-95E2D9C2F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105525"/>
            <a:ext cx="10477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35" b="1">
                <a:solidFill>
                  <a:srgbClr val="2F7D3E"/>
                </a:solidFill>
              </a:defRPr>
            </a:pPr>
            <a:r>
              <a:rPr sz="735" b="1">
                <a:solidFill>
                  <a:srgbClr val="2F7D3E"/>
                </a:solidFill>
              </a:rPr>
              <a:t>commit</a:t>
            </a:r>
          </a:p>
        </p:txBody>
      </p:sp>
      <p:sp>
        <p:nvSpPr>
          <p:cNvPr id="67" name="rollback-label">
            <a:extLst xmlns:a="http://schemas.openxmlformats.org/drawingml/2006/main">
              <a:ext uri="{FF2B5EF4-FFF2-40B4-BE49-F238E27FC236}">
                <a16:creationId xmlns:a16="http://schemas.microsoft.com/office/drawing/2014/main" id="{D103FBB3-4D32-4D1D-A471-284DEC4B9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6429375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35" b="1">
                <a:solidFill>
                  <a:srgbClr val="A13A2D"/>
                </a:solidFill>
              </a:defRPr>
            </a:pPr>
            <a:r>
              <a:rPr sz="735" b="1">
                <a:solidFill>
                  <a:srgbClr val="A13A2D"/>
                </a:solidFill>
              </a:rPr>
              <a:t>failure: rollback · quota unchanged</a:t>
            </a:r>
          </a:p>
        </p:txBody>
      </p:sp>
      <p:sp>
        <p:nvSpPr>
          <p:cNvPr id="68" name="side-paths">
            <a:extLst xmlns:a="http://schemas.openxmlformats.org/drawingml/2006/main">
              <a:ext uri="{FF2B5EF4-FFF2-40B4-BE49-F238E27FC236}">
                <a16:creationId xmlns:a16="http://schemas.microsoft.com/office/drawing/2014/main" id="{61EB3961-5C87-4590-AC77-48DB8A7F7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76450"/>
            <a:ext cx="49530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EF6EE"/>
          </a:solidFill>
          <a:ln xmlns:a="http://schemas.openxmlformats.org/drawingml/2006/main" w="10478">
            <a:solidFill>
              <a:srgbClr val="2F7D3E"/>
            </a:solidFill>
            <a:prstDash val="solid"/>
          </a:ln>
        </p:spPr>
      </p:sp>
      <p:sp>
        <p:nvSpPr>
          <p:cNvPr id="69" name="side-paths-label">
            <a:extLst xmlns:a="http://schemas.openxmlformats.org/drawingml/2006/main">
              <a:ext uri="{FF2B5EF4-FFF2-40B4-BE49-F238E27FC236}">
                <a16:creationId xmlns:a16="http://schemas.microsoft.com/office/drawing/2014/main" id="{019C5865-0DEB-43DE-BE2B-9647412DD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171700"/>
            <a:ext cx="1200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2F7D3E"/>
                </a:solidFill>
              </a:defRPr>
            </a:pPr>
            <a:r>
              <a:rPr sz="675" b="1">
                <a:solidFill>
                  <a:srgbClr val="2F7D3E"/>
                </a:solidFill>
              </a:rPr>
              <a:t>ASYNC + READ PATHS</a:t>
            </a:r>
          </a:p>
        </p:txBody>
      </p:sp>
      <p:sp>
        <p:nvSpPr>
          <p:cNvPr id="70" name="side-paths-copy">
            <a:extLst xmlns:a="http://schemas.openxmlformats.org/drawingml/2006/main">
              <a:ext uri="{FF2B5EF4-FFF2-40B4-BE49-F238E27FC236}">
                <a16:creationId xmlns:a16="http://schemas.microsoft.com/office/drawing/2014/main" id="{71DBDF62-B3E6-49EC-8C1E-1339DBC0F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219325"/>
            <a:ext cx="3371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90" b="0">
                <a:solidFill>
                  <a:srgbClr val="1C1D1F"/>
                </a:solidFill>
              </a:defRPr>
            </a:pPr>
            <a:r>
              <a:rPr sz="690" b="0">
                <a:solidFill>
                  <a:srgbClr val="1C1D1F"/>
                </a:solidFill>
              </a:rPr>
              <a:t>user.created → Svix → quota row   ·   GET quota   ·   history ≤100</a:t>
            </a:r>
          </a:p>
        </p:txBody>
      </p:sp>
      <p:sp>
        <p:nvSpPr>
          <p:cNvPr id="71" name="sources">
            <a:extLst xmlns:a="http://schemas.openxmlformats.org/drawingml/2006/main">
              <a:ext uri="{FF2B5EF4-FFF2-40B4-BE49-F238E27FC236}">
                <a16:creationId xmlns:a16="http://schemas.microsoft.com/office/drawing/2014/main" id="{E2AB3E5F-70BE-419B-9BA4-F0E4DB308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6705600"/>
            <a:ext cx="72390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6C6E73"/>
                </a:solidFill>
              </a:defRPr>
            </a:pPr>
            <a:r>
              <a:rPr sz="660" b="0">
                <a:solidFill>
                  <a:srgbClr val="6C6E73"/>
                </a:solidFill>
              </a:rPr>
              <a:t>LiveApiProvider.jsx · DemoApiProvider.jsx · routes/challenge.py · ai_generator.py · database/ · routes/webhooks.py</a:t>
            </a:r>
          </a:p>
        </p:txBody>
      </p:sp>
    </p:spTree>
    <p:extLst>
      <p:ext uri="{BB962C8B-B14F-4D97-AF65-F5344CB8AC3E}">
        <p14:creationId xmlns:p14="http://schemas.microsoft.com/office/powerpoint/2010/main" val="110157967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2026-07-21T17:50:33.5770000Z</dcterms:created>
  <dcterms:modified xsi:type="dcterms:W3CDTF">2026-07-21T17:50:33.5770000Z</dcterms:modified>
</coreProperties>
</file>