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f227cb8d7de468d" /><Relationship Type="http://schemas.openxmlformats.org/officeDocument/2006/relationships/extended-properties" Target="/docProps/app.xml" Id="R028083022aca4dfe" /><Relationship Type="http://schemas.openxmlformats.org/officeDocument/2006/relationships/officeDocument" Target="/ppt/presentation.xml" Id="R81f36d23611a494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0b771b95a84739"/>
  </p:sldMasterIdLst>
  <p:notesMasterIdLst>
    <p:notesMasterId xmlns:r="http://schemas.openxmlformats.org/officeDocument/2006/relationships" r:id="R0a34114f4f5041d8"/>
  </p:notesMasterIdLst>
  <p:sldIdLst>
    <p:sldId xmlns:r="http://schemas.openxmlformats.org/officeDocument/2006/relationships" id="256" r:id="R562cfbb4ccad4b4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7ec28de48d4903" /><Relationship Type="http://schemas.openxmlformats.org/officeDocument/2006/relationships/slideMaster" Target="/ppt/slideMasters/slideMaster1.xml" Id="R5d0b771b95a84739" /><Relationship Type="http://schemas.openxmlformats.org/officeDocument/2006/relationships/notesMaster" Target="/ppt/notesMasters/notesMaster1.xml" Id="R0a34114f4f5041d8" /><Relationship Type="http://schemas.openxmlformats.org/officeDocument/2006/relationships/presProps" Target="/ppt/presProps.xml" Id="R8a98af06b8ef4aba" /><Relationship Type="http://schemas.openxmlformats.org/officeDocument/2006/relationships/tableStyles" Target="/ppt/tableStyles.xml" Id="Ra74e4722da6d47fa" /><Relationship Type="http://schemas.openxmlformats.org/officeDocument/2006/relationships/slide" Target="/ppt/slides/slide1.xml" Id="R562cfbb4ccad4b4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2c8872003949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c849cd94654cf6" /><Relationship Type="http://schemas.openxmlformats.org/officeDocument/2006/relationships/notesMaster" Target="/ppt/notesMasters/notesMaster1.xml" Id="R9cf4dee7f85c4db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4e7a25fdff4ae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be1314c19204821" /><Relationship Type="http://schemas.openxmlformats.org/officeDocument/2006/relationships/slideLayout" Target="/ppt/slideLayouts/slideLayout1.xml" Id="R4b1f8af04481440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1f8af04481440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51f9a049f04e5f" /><Relationship Type="http://schemas.openxmlformats.org/officeDocument/2006/relationships/notesSlide" Target="/ppt/notesSlides/notesSlide1.xml" Id="R635d5fbed95c44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4161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kicker">
            <a:extLst xmlns:a="http://schemas.openxmlformats.org/drawingml/2006/main">
              <a:ext uri="{FF2B5EF4-FFF2-40B4-BE49-F238E27FC236}">
                <a16:creationId xmlns:a16="http://schemas.microsoft.com/office/drawing/2014/main" id="{4D6F2E8C-573F-4DB7-B1B8-F0A262817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3143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FF8A45"/>
                </a:solidFill>
              </a:defRPr>
            </a:pPr>
            <a:r>
              <a:rPr sz="788" b="1">
                <a:solidFill>
                  <a:srgbClr val="FF8A45"/>
                </a:solidFill>
              </a:rPr>
              <a:t>REQUEST SEQUENCE · DEMO AND LIVE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F219533-51E8-4A47-8F0C-EE1046685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371475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F4F2EC"/>
                </a:solidFill>
              </a:defRPr>
            </a:pPr>
            <a:r>
              <a:rPr sz="2025" b="1">
                <a:solidFill>
                  <a:srgbClr val="F4F2EC"/>
                </a:solidFill>
              </a:rPr>
              <a:t>CodePrep commits a challenge and its quota update together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656CB842-D50F-4DBB-BE80-C77CD2CF4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762000"/>
            <a:ext cx="876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AEB4BF"/>
                </a:solidFill>
              </a:defRPr>
            </a:pPr>
            <a:r>
              <a:rPr sz="960" b="0">
                <a:solidFill>
                  <a:srgbClr val="AEB4BF"/>
                </a:solidFill>
              </a:rPr>
              <a:t>The browser contract is shared; authentication, model inference, validation, and persistence exist only on the live path.</a:t>
            </a:r>
          </a:p>
        </p:txBody>
      </p:sp>
      <p:sp>
        <p:nvSpPr>
          <p:cNvPr id="4" name="route">
            <a:extLst xmlns:a="http://schemas.openxmlformats.org/drawingml/2006/main">
              <a:ext uri="{FF2B5EF4-FFF2-40B4-BE49-F238E27FC236}">
                <a16:creationId xmlns:a16="http://schemas.microsoft.com/office/drawing/2014/main" id="{8709A845-8E41-450F-A9B7-B48FFB88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781050"/>
            <a:ext cx="2238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>
                <a:solidFill>
                  <a:srgbClr val="A78BFA"/>
                </a:solidFill>
              </a:defRPr>
            </a:pPr>
            <a:r>
              <a:rPr sz="750" b="1">
                <a:solidFill>
                  <a:srgbClr val="A78BFA"/>
                </a:solidFill>
              </a:rPr>
              <a:t>POST /api/generate-challenge</a:t>
            </a:r>
          </a:p>
        </p:txBody>
      </p:sp>
      <p:sp>
        <p:nvSpPr>
          <p:cNvPr id="5" name="demo-band">
            <a:extLst xmlns:a="http://schemas.openxmlformats.org/drawingml/2006/main">
              <a:ext uri="{FF2B5EF4-FFF2-40B4-BE49-F238E27FC236}">
                <a16:creationId xmlns:a16="http://schemas.microsoft.com/office/drawing/2014/main" id="{2A36E771-10D1-435F-9B3E-0E921D4D8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762125"/>
            <a:ext cx="11353800" cy="981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026"/>
          </a:solidFill>
          <a:ln xmlns:a="http://schemas.openxmlformats.org/drawingml/2006/main" w="7620">
            <a:solidFill>
              <a:srgbClr val="5A606B"/>
            </a:solidFill>
            <a:prstDash val="solid"/>
          </a:ln>
        </p:spPr>
      </p:sp>
      <p:sp>
        <p:nvSpPr>
          <p:cNvPr id="6" name="live-band">
            <a:extLst xmlns:a="http://schemas.openxmlformats.org/drawingml/2006/main">
              <a:ext uri="{FF2B5EF4-FFF2-40B4-BE49-F238E27FC236}">
                <a16:creationId xmlns:a16="http://schemas.microsoft.com/office/drawing/2014/main" id="{A1E68149-B5F9-45DB-A794-70B3C55F0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2867025"/>
            <a:ext cx="11353800" cy="3552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91A20"/>
          </a:solidFill>
          <a:ln xmlns:a="http://schemas.openxmlformats.org/drawingml/2006/main" w="10478">
            <a:solidFill>
              <a:srgbClr val="A78BFA"/>
            </a:solidFill>
            <a:prstDash val="solid"/>
          </a:ln>
        </p:spPr>
      </p:sp>
      <p:sp>
        <p:nvSpPr>
          <p:cNvPr id="7" name="demo-band-label">
            <a:extLst xmlns:a="http://schemas.openxmlformats.org/drawingml/2006/main">
              <a:ext uri="{FF2B5EF4-FFF2-40B4-BE49-F238E27FC236}">
                <a16:creationId xmlns:a16="http://schemas.microsoft.com/office/drawing/2014/main" id="{5441D10F-82EA-4964-AEC1-1E1B454E5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764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5EEAD4"/>
                </a:solidFill>
              </a:defRPr>
            </a:pPr>
            <a:r>
              <a:rPr sz="788" b="1">
                <a:solidFill>
                  <a:srgbClr val="5EEAD4"/>
                </a:solidFill>
              </a:rPr>
              <a:t>ALT · DEMO</a:t>
            </a:r>
          </a:p>
        </p:txBody>
      </p:sp>
      <p:sp>
        <p:nvSpPr>
          <p:cNvPr id="8" name="demo-band-note">
            <a:extLst xmlns:a="http://schemas.openxmlformats.org/drawingml/2006/main">
              <a:ext uri="{FF2B5EF4-FFF2-40B4-BE49-F238E27FC236}">
                <a16:creationId xmlns:a16="http://schemas.microsoft.com/office/drawing/2014/main" id="{5A6CFFB9-E86A-4C24-90AC-BAFD0D7C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876425"/>
            <a:ext cx="2705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13" b="0">
                <a:solidFill>
                  <a:srgbClr val="AEB4BF"/>
                </a:solidFill>
              </a:defRPr>
            </a:pPr>
            <a:r>
              <a:rPr sz="713" b="0">
                <a:solidFill>
                  <a:srgbClr val="AEB4BF"/>
                </a:solidFill>
              </a:rPr>
              <a:t>local response · no auth · no model · no database</a:t>
            </a:r>
          </a:p>
        </p:txBody>
      </p:sp>
      <p:sp>
        <p:nvSpPr>
          <p:cNvPr id="9" name="live-band-label">
            <a:extLst xmlns:a="http://schemas.openxmlformats.org/drawingml/2006/main">
              <a:ext uri="{FF2B5EF4-FFF2-40B4-BE49-F238E27FC236}">
                <a16:creationId xmlns:a16="http://schemas.microsoft.com/office/drawing/2014/main" id="{E3C2E7FA-18AC-48AE-9919-EDCFA47D2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81325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A78BFA"/>
                </a:solidFill>
              </a:defRPr>
            </a:pPr>
            <a:r>
              <a:rPr sz="788" b="1">
                <a:solidFill>
                  <a:srgbClr val="A78BFA"/>
                </a:solidFill>
              </a:rPr>
              <a:t>ALT · LIVE</a:t>
            </a:r>
          </a:p>
        </p:txBody>
      </p:sp>
      <p:sp>
        <p:nvSpPr>
          <p:cNvPr id="10" name="browser-head">
            <a:extLst xmlns:a="http://schemas.openxmlformats.org/drawingml/2006/main">
              <a:ext uri="{FF2B5EF4-FFF2-40B4-BE49-F238E27FC236}">
                <a16:creationId xmlns:a16="http://schemas.microsoft.com/office/drawing/2014/main" id="{625E5708-F79D-4040-8913-457C9F2F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2228"/>
          </a:solidFill>
          <a:ln xmlns:a="http://schemas.openxmlformats.org/drawingml/2006/main" w="13335">
            <a:solidFill>
              <a:srgbClr val="FF8A45"/>
            </a:solidFill>
            <a:prstDash val="solid"/>
          </a:ln>
        </p:spPr>
      </p:sp>
      <p:sp>
        <p:nvSpPr>
          <p:cNvPr id="11" name="browser-label">
            <a:extLst xmlns:a="http://schemas.openxmlformats.org/drawingml/2006/main">
              <a:ext uri="{FF2B5EF4-FFF2-40B4-BE49-F238E27FC236}">
                <a16:creationId xmlns:a16="http://schemas.microsoft.com/office/drawing/2014/main" id="{0FC672E4-A47D-4A24-B89E-F4FE03ABC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8A45"/>
                </a:solidFill>
              </a:defRPr>
            </a:pPr>
            <a:r>
              <a:rPr sz="938" b="1">
                <a:solidFill>
                  <a:srgbClr val="FF8A45"/>
                </a:solidFill>
              </a:rPr>
              <a:t>Browser</a:t>
            </a:r>
          </a:p>
        </p:txBody>
      </p:sp>
      <p:sp>
        <p:nvSpPr>
          <p:cNvPr id="12" name="browser-sub">
            <a:extLst xmlns:a="http://schemas.openxmlformats.org/drawingml/2006/main">
              <a:ext uri="{FF2B5EF4-FFF2-40B4-BE49-F238E27FC236}">
                <a16:creationId xmlns:a16="http://schemas.microsoft.com/office/drawing/2014/main" id="{3AFEF690-6858-48D2-B6E5-EB34E144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React workspace</a:t>
            </a:r>
          </a:p>
        </p:txBody>
      </p:sp>
      <p:sp>
        <p:nvSpPr>
          <p:cNvPr id="13" name="browser-lifeline">
            <a:extLst xmlns:a="http://schemas.openxmlformats.org/drawingml/2006/main">
              <a:ext uri="{FF2B5EF4-FFF2-40B4-BE49-F238E27FC236}">
                <a16:creationId xmlns:a16="http://schemas.microsoft.com/office/drawing/2014/main" id="{4AB123ED-7031-4B8E-B31C-8A2B4E59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FF8A45"/>
            </a:solidFill>
            <a:prstDash val="dash"/>
          </a:ln>
        </p:spPr>
      </p:sp>
      <p:sp>
        <p:nvSpPr>
          <p:cNvPr id="14" name="adapter-head">
            <a:extLst xmlns:a="http://schemas.openxmlformats.org/drawingml/2006/main">
              <a:ext uri="{FF2B5EF4-FFF2-40B4-BE49-F238E27FC236}">
                <a16:creationId xmlns:a16="http://schemas.microsoft.com/office/drawing/2014/main" id="{52FAA1E0-831A-45B0-AE17-F238027D5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2228"/>
          </a:solidFill>
          <a:ln xmlns:a="http://schemas.openxmlformats.org/drawingml/2006/main" w="13335">
            <a:solidFill>
              <a:srgbClr val="FF8A45"/>
            </a:solidFill>
            <a:prstDash val="solid"/>
          </a:ln>
        </p:spPr>
      </p:sp>
      <p:sp>
        <p:nvSpPr>
          <p:cNvPr id="15" name="adapter-label">
            <a:extLst xmlns:a="http://schemas.openxmlformats.org/drawingml/2006/main">
              <a:ext uri="{FF2B5EF4-FFF2-40B4-BE49-F238E27FC236}">
                <a16:creationId xmlns:a16="http://schemas.microsoft.com/office/drawing/2014/main" id="{5A74995F-CF4B-4743-910C-851685F40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FF8A45"/>
                </a:solidFill>
              </a:defRPr>
            </a:pPr>
            <a:r>
              <a:rPr sz="938" b="1">
                <a:solidFill>
                  <a:srgbClr val="FF8A45"/>
                </a:solidFill>
              </a:rPr>
              <a:t>API adapter</a:t>
            </a:r>
          </a:p>
        </p:txBody>
      </p:sp>
      <p:sp>
        <p:nvSpPr>
          <p:cNvPr id="16" name="adapter-sub">
            <a:extLst xmlns:a="http://schemas.openxmlformats.org/drawingml/2006/main">
              <a:ext uri="{FF2B5EF4-FFF2-40B4-BE49-F238E27FC236}">
                <a16:creationId xmlns:a16="http://schemas.microsoft.com/office/drawing/2014/main" id="{064789ED-1CE2-4FCA-82A1-3505C545A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demo or live</a:t>
            </a:r>
          </a:p>
        </p:txBody>
      </p:sp>
      <p:sp>
        <p:nvSpPr>
          <p:cNvPr id="17" name="adapter-lifeline">
            <a:extLst xmlns:a="http://schemas.openxmlformats.org/drawingml/2006/main">
              <a:ext uri="{FF2B5EF4-FFF2-40B4-BE49-F238E27FC236}">
                <a16:creationId xmlns:a16="http://schemas.microsoft.com/office/drawing/2014/main" id="{7403CD98-0F66-43F0-AF3E-38B99A528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FF8A45"/>
            </a:solidFill>
            <a:prstDash val="dash"/>
          </a:ln>
        </p:spPr>
      </p:sp>
      <p:sp>
        <p:nvSpPr>
          <p:cNvPr id="18" name="clerk-head">
            <a:extLst xmlns:a="http://schemas.openxmlformats.org/drawingml/2006/main">
              <a:ext uri="{FF2B5EF4-FFF2-40B4-BE49-F238E27FC236}">
                <a16:creationId xmlns:a16="http://schemas.microsoft.com/office/drawing/2014/main" id="{A55496AF-2A86-4898-B331-8032CE4D5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2228"/>
          </a:solidFill>
          <a:ln xmlns:a="http://schemas.openxmlformats.org/drawingml/2006/main" w="13335">
            <a:solidFill>
              <a:srgbClr val="5EEAD4"/>
            </a:solidFill>
            <a:prstDash val="solid"/>
          </a:ln>
        </p:spPr>
      </p:sp>
      <p:sp>
        <p:nvSpPr>
          <p:cNvPr id="19" name="clerk-label">
            <a:extLst xmlns:a="http://schemas.openxmlformats.org/drawingml/2006/main">
              <a:ext uri="{FF2B5EF4-FFF2-40B4-BE49-F238E27FC236}">
                <a16:creationId xmlns:a16="http://schemas.microsoft.com/office/drawing/2014/main" id="{85BDD460-258C-4279-AEEF-EC02C0CD9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5EEAD4"/>
                </a:solidFill>
              </a:defRPr>
            </a:pPr>
            <a:r>
              <a:rPr sz="938" b="1">
                <a:solidFill>
                  <a:srgbClr val="5EEAD4"/>
                </a:solidFill>
              </a:rPr>
              <a:t>Clerk</a:t>
            </a:r>
          </a:p>
        </p:txBody>
      </p:sp>
      <p:sp>
        <p:nvSpPr>
          <p:cNvPr id="20" name="clerk-sub">
            <a:extLst xmlns:a="http://schemas.openxmlformats.org/drawingml/2006/main">
              <a:ext uri="{FF2B5EF4-FFF2-40B4-BE49-F238E27FC236}">
                <a16:creationId xmlns:a16="http://schemas.microsoft.com/office/drawing/2014/main" id="{F6CAE714-133B-4C52-A47A-2370AC3E3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session + webhook</a:t>
            </a:r>
          </a:p>
        </p:txBody>
      </p:sp>
      <p:sp>
        <p:nvSpPr>
          <p:cNvPr id="21" name="clerk-lifeline">
            <a:extLst xmlns:a="http://schemas.openxmlformats.org/drawingml/2006/main">
              <a:ext uri="{FF2B5EF4-FFF2-40B4-BE49-F238E27FC236}">
                <a16:creationId xmlns:a16="http://schemas.microsoft.com/office/drawing/2014/main" id="{5C0745CA-F72C-42E2-A6B3-51407D76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5EEAD4"/>
            </a:solidFill>
            <a:prstDash val="dash"/>
          </a:ln>
        </p:spPr>
      </p:sp>
      <p:sp>
        <p:nvSpPr>
          <p:cNvPr id="22" name="api-head">
            <a:extLst xmlns:a="http://schemas.openxmlformats.org/drawingml/2006/main">
              <a:ext uri="{FF2B5EF4-FFF2-40B4-BE49-F238E27FC236}">
                <a16:creationId xmlns:a16="http://schemas.microsoft.com/office/drawing/2014/main" id="{CDBEE372-98F2-4292-A1AA-23A91172E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2228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</p:sp>
      <p:sp>
        <p:nvSpPr>
          <p:cNvPr id="23" name="api-label">
            <a:extLst xmlns:a="http://schemas.openxmlformats.org/drawingml/2006/main">
              <a:ext uri="{FF2B5EF4-FFF2-40B4-BE49-F238E27FC236}">
                <a16:creationId xmlns:a16="http://schemas.microsoft.com/office/drawing/2014/main" id="{FB291847-52DD-494E-B7BA-80F49259A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A78BFA"/>
                </a:solidFill>
              </a:defRPr>
            </a:pPr>
            <a:r>
              <a:rPr sz="938" b="1">
                <a:solidFill>
                  <a:srgbClr val="A78BFA"/>
                </a:solidFill>
              </a:rPr>
              <a:t>FastAPI</a:t>
            </a:r>
          </a:p>
        </p:txBody>
      </p:sp>
      <p:sp>
        <p:nvSpPr>
          <p:cNvPr id="24" name="api-sub">
            <a:extLst xmlns:a="http://schemas.openxmlformats.org/drawingml/2006/main">
              <a:ext uri="{FF2B5EF4-FFF2-40B4-BE49-F238E27FC236}">
                <a16:creationId xmlns:a16="http://schemas.microsoft.com/office/drawing/2014/main" id="{7C80D43D-5785-455D-B983-31AB452B9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auth + quota + route</a:t>
            </a:r>
          </a:p>
        </p:txBody>
      </p:sp>
      <p:sp>
        <p:nvSpPr>
          <p:cNvPr id="25" name="api-lifeline">
            <a:extLst xmlns:a="http://schemas.openxmlformats.org/drawingml/2006/main">
              <a:ext uri="{FF2B5EF4-FFF2-40B4-BE49-F238E27FC236}">
                <a16:creationId xmlns:a16="http://schemas.microsoft.com/office/drawing/2014/main" id="{62DC526C-328F-4E68-BE5B-ABD451C32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78BFA"/>
            </a:solidFill>
            <a:prstDash val="dash"/>
          </a:ln>
        </p:spPr>
      </p:sp>
      <p:sp>
        <p:nvSpPr>
          <p:cNvPr id="26" name="hf-head">
            <a:extLst xmlns:a="http://schemas.openxmlformats.org/drawingml/2006/main">
              <a:ext uri="{FF2B5EF4-FFF2-40B4-BE49-F238E27FC236}">
                <a16:creationId xmlns:a16="http://schemas.microsoft.com/office/drawing/2014/main" id="{EBAE26C4-DE31-4204-986B-CFF4C8F71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2228"/>
          </a:solidFill>
          <a:ln xmlns:a="http://schemas.openxmlformats.org/drawingml/2006/main" w="13335">
            <a:solidFill>
              <a:srgbClr val="A78BFA"/>
            </a:solidFill>
            <a:prstDash val="solid"/>
          </a:ln>
        </p:spPr>
      </p:sp>
      <p:sp>
        <p:nvSpPr>
          <p:cNvPr id="27" name="hf-label">
            <a:extLst xmlns:a="http://schemas.openxmlformats.org/drawingml/2006/main">
              <a:ext uri="{FF2B5EF4-FFF2-40B4-BE49-F238E27FC236}">
                <a16:creationId xmlns:a16="http://schemas.microsoft.com/office/drawing/2014/main" id="{B89B7079-799A-4D0D-A59C-9E9303A3B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A78BFA"/>
                </a:solidFill>
              </a:defRPr>
            </a:pPr>
            <a:r>
              <a:rPr sz="938" b="1">
                <a:solidFill>
                  <a:srgbClr val="A78BFA"/>
                </a:solidFill>
              </a:rPr>
              <a:t>HF inference</a:t>
            </a:r>
          </a:p>
        </p:txBody>
      </p:sp>
      <p:sp>
        <p:nvSpPr>
          <p:cNvPr id="28" name="hf-sub">
            <a:extLst xmlns:a="http://schemas.openxmlformats.org/drawingml/2006/main">
              <a:ext uri="{FF2B5EF4-FFF2-40B4-BE49-F238E27FC236}">
                <a16:creationId xmlns:a16="http://schemas.microsoft.com/office/drawing/2014/main" id="{104BEADC-CB80-4AB3-816A-0CA09D7B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57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JSON candidate</a:t>
            </a:r>
          </a:p>
        </p:txBody>
      </p:sp>
      <p:sp>
        <p:nvSpPr>
          <p:cNvPr id="29" name="hf-lifeline">
            <a:extLst xmlns:a="http://schemas.openxmlformats.org/drawingml/2006/main">
              <a:ext uri="{FF2B5EF4-FFF2-40B4-BE49-F238E27FC236}">
                <a16:creationId xmlns:a16="http://schemas.microsoft.com/office/drawing/2014/main" id="{3041C898-2F8D-40B7-AC5C-65B65F4B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78BFA"/>
            </a:solidFill>
            <a:prstDash val="dash"/>
          </a:ln>
        </p:spPr>
      </p:sp>
      <p:sp>
        <p:nvSpPr>
          <p:cNvPr id="30" name="db-head">
            <a:extLst xmlns:a="http://schemas.openxmlformats.org/drawingml/2006/main">
              <a:ext uri="{FF2B5EF4-FFF2-40B4-BE49-F238E27FC236}">
                <a16:creationId xmlns:a16="http://schemas.microsoft.com/office/drawing/2014/main" id="{9BB7D1ED-562C-4F2E-93F4-1D98EB22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1066800"/>
            <a:ext cx="1257300" cy="53340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1F2228"/>
          </a:solidFill>
          <a:ln xmlns:a="http://schemas.openxmlformats.org/drawingml/2006/main" w="13335">
            <a:solidFill>
              <a:srgbClr val="A3E635"/>
            </a:solidFill>
            <a:prstDash val="solid"/>
          </a:ln>
        </p:spPr>
      </p:sp>
      <p:sp>
        <p:nvSpPr>
          <p:cNvPr id="31" name="db-label">
            <a:extLst xmlns:a="http://schemas.openxmlformats.org/drawingml/2006/main">
              <a:ext uri="{FF2B5EF4-FFF2-40B4-BE49-F238E27FC236}">
                <a16:creationId xmlns:a16="http://schemas.microsoft.com/office/drawing/2014/main" id="{AFD78A4F-78DB-488D-AEBD-A15377D30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181100"/>
            <a:ext cx="1085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A3E635"/>
                </a:solidFill>
              </a:defRPr>
            </a:pPr>
            <a:r>
              <a:rPr sz="938" b="1">
                <a:solidFill>
                  <a:srgbClr val="A3E635"/>
                </a:solidFill>
              </a:rPr>
              <a:t>SQL database</a:t>
            </a:r>
          </a:p>
        </p:txBody>
      </p:sp>
      <p:sp>
        <p:nvSpPr>
          <p:cNvPr id="32" name="db-sub">
            <a:extLst xmlns:a="http://schemas.openxmlformats.org/drawingml/2006/main">
              <a:ext uri="{FF2B5EF4-FFF2-40B4-BE49-F238E27FC236}">
                <a16:creationId xmlns:a16="http://schemas.microsoft.com/office/drawing/2014/main" id="{3609A468-DB27-4A47-BE8F-A26BE5881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6075" y="1390650"/>
            <a:ext cx="10858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challenges + quotas</a:t>
            </a:r>
          </a:p>
        </p:txBody>
      </p:sp>
      <p:sp>
        <p:nvSpPr>
          <p:cNvPr id="33" name="db-lifeline">
            <a:extLst xmlns:a="http://schemas.openxmlformats.org/drawingml/2006/main">
              <a:ext uri="{FF2B5EF4-FFF2-40B4-BE49-F238E27FC236}">
                <a16:creationId xmlns:a16="http://schemas.microsoft.com/office/drawing/2014/main" id="{C67F5268-8CCC-4B95-8456-21373037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1600200"/>
            <a:ext cx="0" cy="46958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478">
            <a:solidFill>
              <a:srgbClr val="A3E635"/>
            </a:solidFill>
            <a:prstDash val="dash"/>
          </a:ln>
        </p:spPr>
      </p:sp>
      <p:sp>
        <p:nvSpPr>
          <p:cNvPr id="34" name="demo-request-arrow">
            <a:extLst xmlns:a="http://schemas.openxmlformats.org/drawingml/2006/main">
              <a:ext uri="{FF2B5EF4-FFF2-40B4-BE49-F238E27FC236}">
                <a16:creationId xmlns:a16="http://schemas.microsoft.com/office/drawing/2014/main" id="{B3396561-B480-4ACA-B561-A57BBA28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133600"/>
            <a:ext cx="1847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8A45"/>
          </a:solidFill>
          <a:ln xmlns:a="http://schemas.openxmlformats.org/drawingml/2006/main" w="0">
            <a:solidFill>
              <a:srgbClr val="FF8A45"/>
            </a:solidFill>
            <a:prstDash val="solid"/>
          </a:ln>
        </p:spPr>
      </p:sp>
      <p:sp>
        <p:nvSpPr>
          <p:cNvPr id="35" name="demo-request-label">
            <a:extLst xmlns:a="http://schemas.openxmlformats.org/drawingml/2006/main">
              <a:ext uri="{FF2B5EF4-FFF2-40B4-BE49-F238E27FC236}">
                <a16:creationId xmlns:a16="http://schemas.microsoft.com/office/drawing/2014/main" id="{A8C790B6-31C0-49BD-942A-BA8B7CD6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2405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8A45"/>
                </a:solidFill>
              </a:defRPr>
            </a:pPr>
            <a:r>
              <a:rPr sz="788" b="1">
                <a:solidFill>
                  <a:srgbClr val="FF8A45"/>
                </a:solidFill>
              </a:rPr>
              <a:t>makeRequest()</a:t>
            </a:r>
          </a:p>
        </p:txBody>
      </p:sp>
      <p:sp>
        <p:nvSpPr>
          <p:cNvPr id="36" name="demo-request-detail">
            <a:extLst xmlns:a="http://schemas.openxmlformats.org/drawingml/2006/main">
              <a:ext uri="{FF2B5EF4-FFF2-40B4-BE49-F238E27FC236}">
                <a16:creationId xmlns:a16="http://schemas.microsoft.com/office/drawing/2014/main" id="{60FD3ED2-4100-49BD-9DF6-06E628EEF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shared frontend contract</a:t>
            </a:r>
          </a:p>
        </p:txBody>
      </p:sp>
      <p:sp>
        <p:nvSpPr>
          <p:cNvPr id="37" name="demo-response-arrow">
            <a:extLst xmlns:a="http://schemas.openxmlformats.org/drawingml/2006/main">
              <a:ext uri="{FF2B5EF4-FFF2-40B4-BE49-F238E27FC236}">
                <a16:creationId xmlns:a16="http://schemas.microsoft.com/office/drawing/2014/main" id="{41BF2B99-8D87-430C-988B-F90D3056A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1847850" cy="762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5EEAD4"/>
          </a:solidFill>
          <a:ln xmlns:a="http://schemas.openxmlformats.org/drawingml/2006/main" w="0">
            <a:solidFill>
              <a:srgbClr val="5EEAD4"/>
            </a:solidFill>
            <a:prstDash val="solid"/>
          </a:ln>
        </p:spPr>
      </p:sp>
      <p:sp>
        <p:nvSpPr>
          <p:cNvPr id="38" name="demo-response-label">
            <a:extLst xmlns:a="http://schemas.openxmlformats.org/drawingml/2006/main">
              <a:ext uri="{FF2B5EF4-FFF2-40B4-BE49-F238E27FC236}">
                <a16:creationId xmlns:a16="http://schemas.microsoft.com/office/drawing/2014/main" id="{7A8F702A-63D8-49C3-B046-7757F337E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6220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5EEAD4"/>
                </a:solidFill>
              </a:defRPr>
            </a:pPr>
            <a:r>
              <a:rPr sz="788" b="1">
                <a:solidFill>
                  <a:srgbClr val="5EEAD4"/>
                </a:solidFill>
              </a:rPr>
              <a:t>deterministic Challenge</a:t>
            </a:r>
          </a:p>
        </p:txBody>
      </p:sp>
      <p:sp>
        <p:nvSpPr>
          <p:cNvPr id="39" name="demo-response-detail">
            <a:extLst xmlns:a="http://schemas.openxmlformats.org/drawingml/2006/main">
              <a:ext uri="{FF2B5EF4-FFF2-40B4-BE49-F238E27FC236}">
                <a16:creationId xmlns:a16="http://schemas.microsoft.com/office/drawing/2014/main" id="{2341807E-F59F-4700-92C2-CE3350E57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68605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fixture response</a:t>
            </a:r>
          </a:p>
        </p:txBody>
      </p:sp>
      <p:sp>
        <p:nvSpPr>
          <p:cNvPr id="40" name="live-request-arrow">
            <a:extLst xmlns:a="http://schemas.openxmlformats.org/drawingml/2006/main">
              <a:ext uri="{FF2B5EF4-FFF2-40B4-BE49-F238E27FC236}">
                <a16:creationId xmlns:a16="http://schemas.microsoft.com/office/drawing/2014/main" id="{E1390399-B0D8-49FA-BF47-6145C83B1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76600"/>
            <a:ext cx="1847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8A45"/>
          </a:solidFill>
          <a:ln xmlns:a="http://schemas.openxmlformats.org/drawingml/2006/main" w="0">
            <a:solidFill>
              <a:srgbClr val="FF8A45"/>
            </a:solidFill>
            <a:prstDash val="solid"/>
          </a:ln>
        </p:spPr>
      </p:sp>
      <p:sp>
        <p:nvSpPr>
          <p:cNvPr id="41" name="live-request-label">
            <a:extLst xmlns:a="http://schemas.openxmlformats.org/drawingml/2006/main">
              <a:ext uri="{FF2B5EF4-FFF2-40B4-BE49-F238E27FC236}">
                <a16:creationId xmlns:a16="http://schemas.microsoft.com/office/drawing/2014/main" id="{CAA384DD-15A1-4FE7-9488-63AE8BF9D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06705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8A45"/>
                </a:solidFill>
              </a:defRPr>
            </a:pPr>
            <a:r>
              <a:rPr sz="788" b="1">
                <a:solidFill>
                  <a:srgbClr val="FF8A45"/>
                </a:solidFill>
              </a:rPr>
              <a:t>makeRequest()</a:t>
            </a:r>
          </a:p>
        </p:txBody>
      </p:sp>
      <p:sp>
        <p:nvSpPr>
          <p:cNvPr id="42" name="live-request-detail">
            <a:extLst xmlns:a="http://schemas.openxmlformats.org/drawingml/2006/main">
              <a:ext uri="{FF2B5EF4-FFF2-40B4-BE49-F238E27FC236}">
                <a16:creationId xmlns:a16="http://schemas.microsoft.com/office/drawing/2014/main" id="{6D436933-65D8-4027-93BA-E79E8D41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runtime mode = live</a:t>
            </a:r>
          </a:p>
        </p:txBody>
      </p:sp>
      <p:sp>
        <p:nvSpPr>
          <p:cNvPr id="43" name="live-token-arrow">
            <a:extLst xmlns:a="http://schemas.openxmlformats.org/drawingml/2006/main">
              <a:ext uri="{FF2B5EF4-FFF2-40B4-BE49-F238E27FC236}">
                <a16:creationId xmlns:a16="http://schemas.microsoft.com/office/drawing/2014/main" id="{83B4D474-D2AE-4344-94C1-44886BF7C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24275"/>
            <a:ext cx="17526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FF8A45"/>
          </a:solidFill>
          <a:ln xmlns:a="http://schemas.openxmlformats.org/drawingml/2006/main" w="0">
            <a:solidFill>
              <a:srgbClr val="FF8A45"/>
            </a:solidFill>
            <a:prstDash val="solid"/>
          </a:ln>
        </p:spPr>
      </p:sp>
      <p:sp>
        <p:nvSpPr>
          <p:cNvPr id="44" name="live-token-label">
            <a:extLst xmlns:a="http://schemas.openxmlformats.org/drawingml/2006/main">
              <a:ext uri="{FF2B5EF4-FFF2-40B4-BE49-F238E27FC236}">
                <a16:creationId xmlns:a16="http://schemas.microsoft.com/office/drawing/2014/main" id="{B8EAA903-CBA7-48E7-8A34-EC78C5C89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514725"/>
            <a:ext cx="15621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FF8A45"/>
                </a:solidFill>
              </a:defRPr>
            </a:pPr>
            <a:r>
              <a:rPr sz="788" b="1">
                <a:solidFill>
                  <a:srgbClr val="FF8A45"/>
                </a:solidFill>
              </a:rPr>
              <a:t>session token</a:t>
            </a:r>
          </a:p>
        </p:txBody>
      </p:sp>
      <p:sp>
        <p:nvSpPr>
          <p:cNvPr id="45" name="live-token-detail">
            <a:extLst xmlns:a="http://schemas.openxmlformats.org/drawingml/2006/main">
              <a:ext uri="{FF2B5EF4-FFF2-40B4-BE49-F238E27FC236}">
                <a16:creationId xmlns:a16="http://schemas.microsoft.com/office/drawing/2014/main" id="{6AA0219B-AD5E-4AEC-A702-B21AB33EF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838575"/>
            <a:ext cx="15621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Bearer JWT</a:t>
            </a:r>
          </a:p>
        </p:txBody>
      </p:sp>
      <p:sp>
        <p:nvSpPr>
          <p:cNvPr id="46" name="live-auth-arrow">
            <a:extLst xmlns:a="http://schemas.openxmlformats.org/drawingml/2006/main">
              <a:ext uri="{FF2B5EF4-FFF2-40B4-BE49-F238E27FC236}">
                <a16:creationId xmlns:a16="http://schemas.microsoft.com/office/drawing/2014/main" id="{DB1AD15C-2D76-48CD-8396-3F01C6F8C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3950" y="4171950"/>
            <a:ext cx="194310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EEAD4"/>
          </a:solidFill>
          <a:ln xmlns:a="http://schemas.openxmlformats.org/drawingml/2006/main" w="0">
            <a:solidFill>
              <a:srgbClr val="5EEAD4"/>
            </a:solidFill>
            <a:prstDash val="solid"/>
          </a:ln>
        </p:spPr>
      </p:sp>
      <p:sp>
        <p:nvSpPr>
          <p:cNvPr id="47" name="live-auth-label">
            <a:extLst xmlns:a="http://schemas.openxmlformats.org/drawingml/2006/main">
              <a:ext uri="{FF2B5EF4-FFF2-40B4-BE49-F238E27FC236}">
                <a16:creationId xmlns:a16="http://schemas.microsoft.com/office/drawing/2014/main" id="{CACEDBC9-B451-4E61-AAE1-AB008F45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962400"/>
            <a:ext cx="1752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5EEAD4"/>
                </a:solidFill>
              </a:defRPr>
            </a:pPr>
            <a:r>
              <a:rPr sz="788" b="1">
                <a:solidFill>
                  <a:srgbClr val="5EEAD4"/>
                </a:solidFill>
              </a:rPr>
              <a:t>verified user</a:t>
            </a:r>
          </a:p>
        </p:txBody>
      </p:sp>
      <p:sp>
        <p:nvSpPr>
          <p:cNvPr id="48" name="live-auth-detail">
            <a:extLst xmlns:a="http://schemas.openxmlformats.org/drawingml/2006/main">
              <a:ext uri="{FF2B5EF4-FFF2-40B4-BE49-F238E27FC236}">
                <a16:creationId xmlns:a16="http://schemas.microsoft.com/office/drawing/2014/main" id="{94D4BBE5-D4A5-48CA-B5F9-8FEEAF5FC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286250"/>
            <a:ext cx="175260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authorized party checked</a:t>
            </a:r>
          </a:p>
        </p:txBody>
      </p:sp>
      <p:sp>
        <p:nvSpPr>
          <p:cNvPr id="49" name="quota-read-arrow">
            <a:extLst xmlns:a="http://schemas.openxmlformats.org/drawingml/2006/main">
              <a:ext uri="{FF2B5EF4-FFF2-40B4-BE49-F238E27FC236}">
                <a16:creationId xmlns:a16="http://schemas.microsoft.com/office/drawing/2014/main" id="{39000BCC-6DB0-4706-A03F-AEF61A6D5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619625"/>
            <a:ext cx="394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50" name="quota-read-label">
            <a:extLst xmlns:a="http://schemas.openxmlformats.org/drawingml/2006/main">
              <a:ext uri="{FF2B5EF4-FFF2-40B4-BE49-F238E27FC236}">
                <a16:creationId xmlns:a16="http://schemas.microsoft.com/office/drawing/2014/main" id="{AAE66068-8D75-4465-9E8F-7F59E063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410075"/>
            <a:ext cx="37528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A78BFA"/>
                </a:solidFill>
              </a:defRPr>
            </a:pPr>
            <a:r>
              <a:rPr sz="788" b="1">
                <a:solidFill>
                  <a:srgbClr val="A78BFA"/>
                </a:solidFill>
              </a:rPr>
              <a:t>load / reset quota</a:t>
            </a:r>
          </a:p>
        </p:txBody>
      </p:sp>
      <p:sp>
        <p:nvSpPr>
          <p:cNvPr id="51" name="quota-read-detail">
            <a:extLst xmlns:a="http://schemas.openxmlformats.org/drawingml/2006/main">
              <a:ext uri="{FF2B5EF4-FFF2-40B4-BE49-F238E27FC236}">
                <a16:creationId xmlns:a16="http://schemas.microsoft.com/office/drawing/2014/main" id="{E2CCE1ED-DD84-426D-9BFD-51344AF1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733925"/>
            <a:ext cx="37528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50 daily · 429 when empty</a:t>
            </a:r>
          </a:p>
        </p:txBody>
      </p:sp>
      <p:sp>
        <p:nvSpPr>
          <p:cNvPr id="52" name="model-request-arrow">
            <a:extLst xmlns:a="http://schemas.openxmlformats.org/drawingml/2006/main">
              <a:ext uri="{FF2B5EF4-FFF2-40B4-BE49-F238E27FC236}">
                <a16:creationId xmlns:a16="http://schemas.microsoft.com/office/drawing/2014/main" id="{BAF48B8C-2049-43B6-8CE3-33242BCF6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067300"/>
            <a:ext cx="18478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53" name="model-request-label">
            <a:extLst xmlns:a="http://schemas.openxmlformats.org/drawingml/2006/main">
              <a:ext uri="{FF2B5EF4-FFF2-40B4-BE49-F238E27FC236}">
                <a16:creationId xmlns:a16="http://schemas.microsoft.com/office/drawing/2014/main" id="{62146039-5E70-4B9C-9218-8768035BB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A78BFA"/>
                </a:solidFill>
              </a:defRPr>
            </a:pPr>
            <a:r>
              <a:rPr sz="788" b="1">
                <a:solidFill>
                  <a:srgbClr val="A78BFA"/>
                </a:solidFill>
              </a:rPr>
              <a:t>request JSON</a:t>
            </a:r>
          </a:p>
        </p:txBody>
      </p:sp>
      <p:sp>
        <p:nvSpPr>
          <p:cNvPr id="54" name="model-request-detail">
            <a:extLst xmlns:a="http://schemas.openxmlformats.org/drawingml/2006/main">
              <a:ext uri="{FF2B5EF4-FFF2-40B4-BE49-F238E27FC236}">
                <a16:creationId xmlns:a16="http://schemas.microsoft.com/office/drawing/2014/main" id="{F0C157C5-36A5-4788-9EA7-CED44DF3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181600"/>
            <a:ext cx="1657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hosted inference</a:t>
            </a:r>
          </a:p>
        </p:txBody>
      </p:sp>
      <p:sp>
        <p:nvSpPr>
          <p:cNvPr id="55" name="model-response-arrow">
            <a:extLst xmlns:a="http://schemas.openxmlformats.org/drawingml/2006/main">
              <a:ext uri="{FF2B5EF4-FFF2-40B4-BE49-F238E27FC236}">
                <a16:creationId xmlns:a16="http://schemas.microsoft.com/office/drawing/2014/main" id="{97E90D36-98DF-421B-B2AA-E22EADC99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67350"/>
            <a:ext cx="1847850" cy="76200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solidFill>
              <a:srgbClr val="A78BFA"/>
            </a:solidFill>
            <a:prstDash val="solid"/>
          </a:ln>
        </p:spPr>
      </p:sp>
      <p:sp>
        <p:nvSpPr>
          <p:cNvPr id="56" name="model-response-label">
            <a:extLst xmlns:a="http://schemas.openxmlformats.org/drawingml/2006/main">
              <a:ext uri="{FF2B5EF4-FFF2-40B4-BE49-F238E27FC236}">
                <a16:creationId xmlns:a16="http://schemas.microsoft.com/office/drawing/2014/main" id="{04AFC9A2-E596-4FFD-95EF-B22D009A9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257800"/>
            <a:ext cx="1657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A78BFA"/>
                </a:solidFill>
              </a:defRPr>
            </a:pPr>
            <a:r>
              <a:rPr sz="788" b="1">
                <a:solidFill>
                  <a:srgbClr val="A78BFA"/>
                </a:solidFill>
              </a:rPr>
              <a:t>candidate</a:t>
            </a:r>
          </a:p>
        </p:txBody>
      </p:sp>
      <p:sp>
        <p:nvSpPr>
          <p:cNvPr id="57" name="validation-link">
            <a:extLst xmlns:a="http://schemas.openxmlformats.org/drawingml/2006/main">
              <a:ext uri="{FF2B5EF4-FFF2-40B4-BE49-F238E27FC236}">
                <a16:creationId xmlns:a16="http://schemas.microsoft.com/office/drawing/2014/main" id="{E990B047-A4A5-4273-8F1C-C530CFF3C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829300"/>
            <a:ext cx="209550" cy="666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5EEAD4"/>
          </a:solidFill>
          <a:ln xmlns:a="http://schemas.openxmlformats.org/drawingml/2006/main" w="0">
            <a:solidFill>
              <a:srgbClr val="5EEAD4"/>
            </a:solidFill>
            <a:prstDash val="solid"/>
          </a:ln>
        </p:spPr>
      </p:sp>
      <p:sp>
        <p:nvSpPr>
          <p:cNvPr id="58" name="validation-gate">
            <a:extLst xmlns:a="http://schemas.openxmlformats.org/drawingml/2006/main">
              <a:ext uri="{FF2B5EF4-FFF2-40B4-BE49-F238E27FC236}">
                <a16:creationId xmlns:a16="http://schemas.microsoft.com/office/drawing/2014/main" id="{1AE07108-F8FD-4E6E-B1D8-26A27431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5600700"/>
            <a:ext cx="12954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1E3735"/>
          </a:solidFill>
          <a:ln xmlns:a="http://schemas.openxmlformats.org/drawingml/2006/main" w="12383">
            <a:solidFill>
              <a:srgbClr val="5EEAD4"/>
            </a:solidFill>
            <a:prstDash val="solid"/>
          </a:ln>
        </p:spPr>
      </p:sp>
      <p:sp>
        <p:nvSpPr>
          <p:cNvPr id="59" name="validation-title">
            <a:extLst xmlns:a="http://schemas.openxmlformats.org/drawingml/2006/main">
              <a:ext uri="{FF2B5EF4-FFF2-40B4-BE49-F238E27FC236}">
                <a16:creationId xmlns:a16="http://schemas.microsoft.com/office/drawing/2014/main" id="{BD0E5E98-3A0B-4875-8245-51526885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5695950"/>
            <a:ext cx="10668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73" b="1">
                <a:solidFill>
                  <a:srgbClr val="5EEAD4"/>
                </a:solidFill>
              </a:defRPr>
            </a:pPr>
            <a:r>
              <a:rPr sz="773" b="1">
                <a:solidFill>
                  <a:srgbClr val="5EEAD4"/>
                </a:solidFill>
              </a:rPr>
              <a:t>Pydantic gate</a:t>
            </a:r>
          </a:p>
        </p:txBody>
      </p:sp>
      <p:sp>
        <p:nvSpPr>
          <p:cNvPr id="60" name="validation-copy">
            <a:extLst xmlns:a="http://schemas.openxmlformats.org/drawingml/2006/main">
              <a:ext uri="{FF2B5EF4-FFF2-40B4-BE49-F238E27FC236}">
                <a16:creationId xmlns:a16="http://schemas.microsoft.com/office/drawing/2014/main" id="{E89FBB33-8076-4042-AAB0-CC9B40E8D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5905500"/>
            <a:ext cx="1104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45" b="0">
                <a:solidFill>
                  <a:srgbClr val="AEB4BF"/>
                </a:solidFill>
              </a:defRPr>
            </a:pPr>
            <a:r>
              <a:rPr sz="645" b="0">
                <a:solidFill>
                  <a:srgbClr val="AEB4BF"/>
                </a:solidFill>
              </a:rPr>
              <a:t>4 unique · id 0–3</a:t>
            </a:r>
          </a:p>
        </p:txBody>
      </p:sp>
      <p:sp>
        <p:nvSpPr>
          <p:cNvPr id="61" name="tx-boundary">
            <a:extLst xmlns:a="http://schemas.openxmlformats.org/drawingml/2006/main">
              <a:ext uri="{FF2B5EF4-FFF2-40B4-BE49-F238E27FC236}">
                <a16:creationId xmlns:a16="http://schemas.microsoft.com/office/drawing/2014/main" id="{3B420407-A167-4DD7-804B-8E4DBFC89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600700"/>
            <a:ext cx="4248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263421"/>
          </a:solidFill>
          <a:ln xmlns:a="http://schemas.openxmlformats.org/drawingml/2006/main" w="13335">
            <a:solidFill>
              <a:srgbClr val="A3E635"/>
            </a:solidFill>
            <a:prstDash val="solid"/>
          </a:ln>
        </p:spPr>
      </p:sp>
      <p:sp>
        <p:nvSpPr>
          <p:cNvPr id="62" name="tx-label">
            <a:extLst xmlns:a="http://schemas.openxmlformats.org/drawingml/2006/main">
              <a:ext uri="{FF2B5EF4-FFF2-40B4-BE49-F238E27FC236}">
                <a16:creationId xmlns:a16="http://schemas.microsoft.com/office/drawing/2014/main" id="{FCE211EC-69F9-4604-843B-03A01676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86425"/>
            <a:ext cx="20383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1">
                <a:solidFill>
                  <a:srgbClr val="A3E635"/>
                </a:solidFill>
              </a:defRPr>
            </a:pPr>
            <a:r>
              <a:rPr sz="690" b="1">
                <a:solidFill>
                  <a:srgbClr val="A3E635"/>
                </a:solidFill>
              </a:rPr>
              <a:t>ONE SQLALCHEMY TRANSACTION</a:t>
            </a:r>
          </a:p>
        </p:txBody>
      </p:sp>
      <p:sp>
        <p:nvSpPr>
          <p:cNvPr id="63" name="tx-write-arrow">
            <a:extLst xmlns:a="http://schemas.openxmlformats.org/drawingml/2006/main">
              <a:ext uri="{FF2B5EF4-FFF2-40B4-BE49-F238E27FC236}">
                <a16:creationId xmlns:a16="http://schemas.microsoft.com/office/drawing/2014/main" id="{DBC9B5D2-E608-4193-9E1F-FDF3129A3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6048375"/>
            <a:ext cx="3943350" cy="762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A3E635"/>
            </a:solidFill>
            <a:prstDash val="solid"/>
          </a:ln>
        </p:spPr>
      </p:sp>
      <p:sp>
        <p:nvSpPr>
          <p:cNvPr id="64" name="tx-write-label">
            <a:extLst xmlns:a="http://schemas.openxmlformats.org/drawingml/2006/main">
              <a:ext uri="{FF2B5EF4-FFF2-40B4-BE49-F238E27FC236}">
                <a16:creationId xmlns:a16="http://schemas.microsoft.com/office/drawing/2014/main" id="{393AD1E1-442E-4FCB-AEAB-C9A696B1B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857875"/>
            <a:ext cx="30480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73" b="1">
                <a:solidFill>
                  <a:srgbClr val="A3E635"/>
                </a:solidFill>
              </a:defRPr>
            </a:pPr>
            <a:r>
              <a:rPr sz="773" b="1">
                <a:solidFill>
                  <a:srgbClr val="A3E635"/>
                </a:solidFill>
              </a:rPr>
              <a:t>insert Challenge + decrement quota</a:t>
            </a:r>
          </a:p>
        </p:txBody>
      </p:sp>
      <p:sp>
        <p:nvSpPr>
          <p:cNvPr id="65" name="tx-commit-arrow">
            <a:extLst xmlns:a="http://schemas.openxmlformats.org/drawingml/2006/main">
              <a:ext uri="{FF2B5EF4-FFF2-40B4-BE49-F238E27FC236}">
                <a16:creationId xmlns:a16="http://schemas.microsoft.com/office/drawing/2014/main" id="{6411563B-0E21-4A05-9E11-B13294628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6267450"/>
            <a:ext cx="3943350" cy="66675"/>
          </a:xfrm>
          <a:prstGeom xmlns:a="http://schemas.openxmlformats.org/drawingml/2006/main" prst="leftArrow">
            <a:avLst/>
          </a:prstGeom>
          <a:solidFill xmlns:a="http://schemas.openxmlformats.org/drawingml/2006/main">
            <a:srgbClr val="A3E635"/>
          </a:solidFill>
          <a:ln xmlns:a="http://schemas.openxmlformats.org/drawingml/2006/main" w="0">
            <a:solidFill>
              <a:srgbClr val="A3E635"/>
            </a:solidFill>
            <a:prstDash val="solid"/>
          </a:ln>
        </p:spPr>
      </p:sp>
      <p:sp>
        <p:nvSpPr>
          <p:cNvPr id="66" name="tx-commit-label">
            <a:extLst xmlns:a="http://schemas.openxmlformats.org/drawingml/2006/main">
              <a:ext uri="{FF2B5EF4-FFF2-40B4-BE49-F238E27FC236}">
                <a16:creationId xmlns:a16="http://schemas.microsoft.com/office/drawing/2014/main" id="{BCFB690F-B3D8-452D-9363-CEDB54281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105525"/>
            <a:ext cx="1047750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A3E635"/>
                </a:solidFill>
              </a:defRPr>
            </a:pPr>
            <a:r>
              <a:rPr sz="735" b="1">
                <a:solidFill>
                  <a:srgbClr val="A3E635"/>
                </a:solidFill>
              </a:rPr>
              <a:t>commit</a:t>
            </a:r>
          </a:p>
        </p:txBody>
      </p:sp>
      <p:sp>
        <p:nvSpPr>
          <p:cNvPr id="67" name="rollback-label">
            <a:extLst xmlns:a="http://schemas.openxmlformats.org/drawingml/2006/main">
              <a:ext uri="{FF2B5EF4-FFF2-40B4-BE49-F238E27FC236}">
                <a16:creationId xmlns:a16="http://schemas.microsoft.com/office/drawing/2014/main" id="{373F52D7-3FA6-4038-97B4-528818B46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6429375"/>
            <a:ext cx="28575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F3C34E"/>
                </a:solidFill>
              </a:defRPr>
            </a:pPr>
            <a:r>
              <a:rPr sz="735" b="1">
                <a:solidFill>
                  <a:srgbClr val="F3C34E"/>
                </a:solidFill>
              </a:rPr>
              <a:t>failure: rollback · quota unchanged</a:t>
            </a:r>
          </a:p>
        </p:txBody>
      </p:sp>
      <p:sp>
        <p:nvSpPr>
          <p:cNvPr id="68" name="side-paths">
            <a:extLst xmlns:a="http://schemas.openxmlformats.org/drawingml/2006/main">
              <a:ext uri="{FF2B5EF4-FFF2-40B4-BE49-F238E27FC236}">
                <a16:creationId xmlns:a16="http://schemas.microsoft.com/office/drawing/2014/main" id="{8B9D9280-A444-4A8C-A835-B925C2AA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076450"/>
            <a:ext cx="4953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1E3735"/>
          </a:solidFill>
          <a:ln xmlns:a="http://schemas.openxmlformats.org/drawingml/2006/main" w="10478">
            <a:solidFill>
              <a:srgbClr val="5EEAD4"/>
            </a:solidFill>
            <a:prstDash val="solid"/>
          </a:ln>
        </p:spPr>
      </p:sp>
      <p:sp>
        <p:nvSpPr>
          <p:cNvPr id="69" name="side-paths-label">
            <a:extLst xmlns:a="http://schemas.openxmlformats.org/drawingml/2006/main">
              <a:ext uri="{FF2B5EF4-FFF2-40B4-BE49-F238E27FC236}">
                <a16:creationId xmlns:a16="http://schemas.microsoft.com/office/drawing/2014/main" id="{2EB6BD9B-B72F-41BB-A3E4-CD0A8CE6D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71700"/>
            <a:ext cx="1200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>
                <a:solidFill>
                  <a:srgbClr val="5EEAD4"/>
                </a:solidFill>
              </a:defRPr>
            </a:pPr>
            <a:r>
              <a:rPr sz="675" b="1">
                <a:solidFill>
                  <a:srgbClr val="5EEAD4"/>
                </a:solidFill>
              </a:rPr>
              <a:t>ASYNC + READ PATHS</a:t>
            </a:r>
          </a:p>
        </p:txBody>
      </p:sp>
      <p:sp>
        <p:nvSpPr>
          <p:cNvPr id="70" name="side-paths-copy">
            <a:extLst xmlns:a="http://schemas.openxmlformats.org/drawingml/2006/main">
              <a:ext uri="{FF2B5EF4-FFF2-40B4-BE49-F238E27FC236}">
                <a16:creationId xmlns:a16="http://schemas.microsoft.com/office/drawing/2014/main" id="{5BB0FED6-A13C-4638-B8E1-4D885A49E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219325"/>
            <a:ext cx="3371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F4F2EC"/>
                </a:solidFill>
              </a:defRPr>
            </a:pPr>
            <a:r>
              <a:rPr sz="690" b="0">
                <a:solidFill>
                  <a:srgbClr val="F4F2EC"/>
                </a:solidFill>
              </a:rPr>
              <a:t>user.created → Svix → quota row   ·   GET quota   ·   history ≤100</a:t>
            </a:r>
          </a:p>
        </p:txBody>
      </p:sp>
      <p:sp>
        <p:nvSpPr>
          <p:cNvPr id="71" name="sources">
            <a:extLst xmlns:a="http://schemas.openxmlformats.org/drawingml/2006/main">
              <a:ext uri="{FF2B5EF4-FFF2-40B4-BE49-F238E27FC236}">
                <a16:creationId xmlns:a16="http://schemas.microsoft.com/office/drawing/2014/main" id="{6B5F7380-88ED-4138-BB71-A53D5590B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05600"/>
            <a:ext cx="72390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60" b="0">
                <a:solidFill>
                  <a:srgbClr val="AEB4BF"/>
                </a:solidFill>
              </a:defRPr>
            </a:pPr>
            <a:r>
              <a:rPr sz="660" b="0">
                <a:solidFill>
                  <a:srgbClr val="AEB4BF"/>
                </a:solidFill>
              </a:rPr>
              <a:t>LiveApiProvider.jsx · DemoApiProvider.jsx · routes/challenge.py · ai_generator.py · database/ · routes/webhooks.py</a:t>
            </a:r>
          </a:p>
        </p:txBody>
      </p:sp>
    </p:spTree>
    <p:extLst>
      <p:ext uri="{BB962C8B-B14F-4D97-AF65-F5344CB8AC3E}">
        <p14:creationId xmlns:p14="http://schemas.microsoft.com/office/powerpoint/2010/main" val="13520300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2026-07-21T08:20:02.4890000Z</dcterms:created>
  <dcterms:modified xsi:type="dcterms:W3CDTF">2026-07-21T08:20:02.4890000Z</dcterms:modified>
</coreProperties>
</file>