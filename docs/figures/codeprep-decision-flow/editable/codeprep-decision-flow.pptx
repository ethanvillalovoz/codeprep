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8b40aced614724" /><Relationship Type="http://schemas.openxmlformats.org/officeDocument/2006/relationships/extended-properties" Target="/docProps/app.xml" Id="R49045eb4535b4474" /><Relationship Type="http://schemas.openxmlformats.org/officeDocument/2006/relationships/officeDocument" Target="/ppt/presentation.xml" Id="R4376e59789994e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6ae76e58b24ea6"/>
  </p:sldMasterIdLst>
  <p:notesMasterIdLst>
    <p:notesMasterId xmlns:r="http://schemas.openxmlformats.org/officeDocument/2006/relationships" r:id="R49e176bd5ff547bb"/>
  </p:notesMasterIdLst>
  <p:sldIdLst>
    <p:sldId xmlns:r="http://schemas.openxmlformats.org/officeDocument/2006/relationships" id="256" r:id="R921ed280155b44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3ab2c12bce4f6b" /><Relationship Type="http://schemas.openxmlformats.org/officeDocument/2006/relationships/slideMaster" Target="/ppt/slideMasters/slideMaster1.xml" Id="R7f6ae76e58b24ea6" /><Relationship Type="http://schemas.openxmlformats.org/officeDocument/2006/relationships/notesMaster" Target="/ppt/notesMasters/notesMaster1.xml" Id="R49e176bd5ff547bb" /><Relationship Type="http://schemas.openxmlformats.org/officeDocument/2006/relationships/presProps" Target="/ppt/presProps.xml" Id="R34bd84f972954c24" /><Relationship Type="http://schemas.openxmlformats.org/officeDocument/2006/relationships/tableStyles" Target="/ppt/tableStyles.xml" Id="R55f5ede258cb4ff8" /><Relationship Type="http://schemas.openxmlformats.org/officeDocument/2006/relationships/slide" Target="/ppt/slides/slide1.xml" Id="R921ed280155b44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25cec6bb064c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63de4f59f945ce" /><Relationship Type="http://schemas.openxmlformats.org/officeDocument/2006/relationships/notesMaster" Target="/ppt/notesMasters/notesMaster1.xml" Id="Rf6a3011e96a14d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ce319fe1f149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1cd32872bf4af0" /><Relationship Type="http://schemas.openxmlformats.org/officeDocument/2006/relationships/slideLayout" Target="/ppt/slideLayouts/slideLayout1.xml" Id="Rcd240b831c804c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240b831c804c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5d857a9254d4e" /><Relationship Type="http://schemas.openxmlformats.org/officeDocument/2006/relationships/image" Target="/ppt/media/image.png" Id="R77bdb8d242984d47" /><Relationship Type="http://schemas.openxmlformats.org/officeDocument/2006/relationships/notesSlide" Target="/ppt/notesSlides/notesSlide1.xml" Id="R5707fc47627241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2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itle">
            <a:extLst xmlns:a="http://schemas.openxmlformats.org/drawingml/2006/main">
              <a:ext uri="{FF2B5EF4-FFF2-40B4-BE49-F238E27FC236}">
                <a16:creationId xmlns:a16="http://schemas.microsoft.com/office/drawing/2014/main" id="{557F0B5E-6D8E-48BA-A725-31AA8C3F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01E"/>
                </a:solidFill>
              </a:defRPr>
            </a:pPr>
            <a:r>
              <a:rPr sz="2700" b="1">
                <a:solidFill>
                  <a:srgbClr val="20201E"/>
                </a:solidFill>
              </a:rPr>
              <a:t>CodePrep reveals rationale only after an answer is committed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7F74F2B-E848-4A51-9C5A-F4134944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95325"/>
            <a:ext cx="11391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6B67"/>
                </a:solidFill>
              </a:defRPr>
            </a:pPr>
            <a:r>
              <a:rPr sz="1275" b="0">
                <a:solidFill>
                  <a:srgbClr val="6B6B67"/>
                </a:solidFill>
              </a:rPr>
              <a:t>The public demo preserves the interaction; the live path adds authentication, schema validation, and one atomic challenge-and-quota write.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7284E20-0DE0-4296-A9BD-C9B68FF5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57275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0201E"/>
            </a:solidFill>
            <a:prstDash val="solid"/>
          </a:ln>
        </p:spPr>
      </p:sp>
      <p:sp>
        <p:nvSpPr>
          <p:cNvPr id="4" name="demo-label">
            <a:extLst xmlns:a="http://schemas.openxmlformats.org/drawingml/2006/main">
              <a:ext uri="{FF2B5EF4-FFF2-40B4-BE49-F238E27FC236}">
                <a16:creationId xmlns:a16="http://schemas.microsoft.com/office/drawing/2014/main" id="{4B38C5E2-412F-43B0-8A3E-D25AA220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3F1A"/>
                </a:solidFill>
              </a:defRPr>
            </a:pPr>
            <a:r>
              <a:rPr sz="1050" b="1">
                <a:solidFill>
                  <a:srgbClr val="C83F1A"/>
                </a:solidFill>
              </a:rPr>
              <a:t>COMMITTED DECISION</a:t>
            </a:r>
          </a:p>
        </p:txBody>
      </p:sp>
      <p:sp>
        <p:nvSpPr>
          <p:cNvPr id="5" name="screenshot-frame">
            <a:extLst xmlns:a="http://schemas.openxmlformats.org/drawingml/2006/main">
              <a:ext uri="{FF2B5EF4-FFF2-40B4-BE49-F238E27FC236}">
                <a16:creationId xmlns:a16="http://schemas.microsoft.com/office/drawing/2014/main" id="{EDE40776-A847-49D4-B971-F84B8308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7239000" cy="3857625"/>
          </a:xfrm>
          <a:prstGeom xmlns:a="http://schemas.openxmlformats.org/drawingml/2006/main" prst="roundRect">
            <a:avLst>
              <a:gd name="adj" fmla="val 12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0201E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db8d242984d47"/>
          <a:srcRect xmlns:a="http://schemas.openxmlformats.org/drawingml/2006/main" l="0" t="2962" r="0" b="29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" y="1533525"/>
            <a:ext cx="7181850" cy="3800475"/>
          </a:xfrm>
          <a:prstGeom xmlns:a="http://schemas.openxmlformats.org/drawingml/2006/main" prst="rect">
            <a:avLst/>
          </a:prstGeom>
        </p:spPr>
      </p:pic>
      <p:sp>
        <p:nvSpPr>
          <p:cNvPr id="7" name="demo-caption">
            <a:extLst xmlns:a="http://schemas.openxmlformats.org/drawingml/2006/main">
              <a:ext uri="{FF2B5EF4-FFF2-40B4-BE49-F238E27FC236}">
                <a16:creationId xmlns:a16="http://schemas.microsoft.com/office/drawing/2014/main" id="{CF6783F8-A8F2-443C-8A85-7E0F68EB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B6B67"/>
                </a:solidFill>
              </a:defRPr>
            </a:pPr>
            <a:r>
              <a:rPr sz="1050" b="0">
                <a:solidFill>
                  <a:srgbClr val="6B6B67"/>
                </a:solidFill>
              </a:rPr>
              <a:t>Default medium fixture · all four options shown · answer B committed · rationale revealed</a:t>
            </a:r>
          </a:p>
        </p:txBody>
      </p:sp>
      <p:sp>
        <p:nvSpPr>
          <p:cNvPr id="8" name="rails-label">
            <a:extLst xmlns:a="http://schemas.openxmlformats.org/drawingml/2006/main">
              <a:ext uri="{FF2B5EF4-FFF2-40B4-BE49-F238E27FC236}">
                <a16:creationId xmlns:a16="http://schemas.microsoft.com/office/drawing/2014/main" id="{14231D8E-0629-49AB-B010-2EDC523F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238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3F1A"/>
                </a:solidFill>
              </a:defRPr>
            </a:pPr>
            <a:r>
              <a:rPr sz="1050" b="1">
                <a:solidFill>
                  <a:srgbClr val="C83F1A"/>
                </a:solidFill>
              </a:rPr>
              <a:t>TWO EXECUTION RAILS</a:t>
            </a:r>
          </a:p>
        </p:txBody>
      </p:sp>
      <p:sp>
        <p:nvSpPr>
          <p:cNvPr id="9" name="demo-rail">
            <a:extLst xmlns:a="http://schemas.openxmlformats.org/drawingml/2006/main">
              <a:ext uri="{FF2B5EF4-FFF2-40B4-BE49-F238E27FC236}">
                <a16:creationId xmlns:a16="http://schemas.microsoft.com/office/drawing/2014/main" id="{5F4A7D4C-672A-489D-91B9-0274DCD7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04950"/>
            <a:ext cx="3771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E9"/>
          </a:solidFill>
          <a:ln xmlns:a="http://schemas.openxmlformats.org/drawingml/2006/main" w="9525">
            <a:solidFill>
              <a:srgbClr val="2B7A43"/>
            </a:solidFill>
            <a:prstDash val="solid"/>
          </a:ln>
        </p:spPr>
      </p:sp>
      <p:sp>
        <p:nvSpPr>
          <p:cNvPr id="10" name="demo-rail-head">
            <a:extLst xmlns:a="http://schemas.openxmlformats.org/drawingml/2006/main">
              <a:ext uri="{FF2B5EF4-FFF2-40B4-BE49-F238E27FC236}">
                <a16:creationId xmlns:a16="http://schemas.microsoft.com/office/drawing/2014/main" id="{6257B030-306A-424D-BF16-75D5B23F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00200"/>
            <a:ext cx="6858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7A43"/>
                </a:solidFill>
              </a:defRPr>
            </a:pPr>
            <a:r>
              <a:rPr sz="900" b="1">
                <a:solidFill>
                  <a:srgbClr val="2B7A43"/>
                </a:solidFill>
              </a:rPr>
              <a:t>DEMO</a:t>
            </a:r>
          </a:p>
        </p:txBody>
      </p:sp>
      <p:sp>
        <p:nvSpPr>
          <p:cNvPr id="11" name="demo-rail-title">
            <a:extLst xmlns:a="http://schemas.openxmlformats.org/drawingml/2006/main">
              <a:ext uri="{FF2B5EF4-FFF2-40B4-BE49-F238E27FC236}">
                <a16:creationId xmlns:a16="http://schemas.microsoft.com/office/drawing/2014/main" id="{BB8E11EF-9AAD-403F-A0EF-14BC878F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19275"/>
            <a:ext cx="247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01E"/>
                </a:solidFill>
              </a:defRPr>
            </a:pPr>
            <a:r>
              <a:rPr sz="1275" b="1">
                <a:solidFill>
                  <a:srgbClr val="20201E"/>
                </a:solidFill>
              </a:rPr>
              <a:t>Deterministic fixture</a:t>
            </a:r>
          </a:p>
        </p:txBody>
      </p:sp>
      <p:sp>
        <p:nvSpPr>
          <p:cNvPr id="12" name="demo-rail-copy">
            <a:extLst xmlns:a="http://schemas.openxmlformats.org/drawingml/2006/main">
              <a:ext uri="{FF2B5EF4-FFF2-40B4-BE49-F238E27FC236}">
                <a16:creationId xmlns:a16="http://schemas.microsoft.com/office/drawing/2014/main" id="{269E86AC-1A29-41A3-A6E1-E9B206A8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95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0201E"/>
                </a:solidFill>
              </a:defRPr>
            </a:pPr>
            <a:r>
              <a:rPr sz="975" b="0">
                <a:solidFill>
                  <a:srgbClr val="20201E"/>
                </a:solidFill>
              </a:rPr>
              <a:t>Same frontend request contract · in-memory quota · no account, provider, or database</a:t>
            </a:r>
          </a:p>
        </p:txBody>
      </p:sp>
      <p:sp>
        <p:nvSpPr>
          <p:cNvPr id="13" name="live-arrow-1">
            <a:extLst xmlns:a="http://schemas.openxmlformats.org/drawingml/2006/main">
              <a:ext uri="{FF2B5EF4-FFF2-40B4-BE49-F238E27FC236}">
                <a16:creationId xmlns:a16="http://schemas.microsoft.com/office/drawing/2014/main" id="{BEA7E270-C423-4BF0-B27E-1554FBE9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86100"/>
            <a:ext cx="104775" cy="1809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83F1A"/>
          </a:solidFill>
          <a:ln xmlns:a="http://schemas.openxmlformats.org/drawingml/2006/main" w="0">
            <a:solidFill>
              <a:srgbClr val="C83F1A"/>
            </a:solidFill>
            <a:prstDash val="solid"/>
          </a:ln>
        </p:spPr>
      </p:sp>
      <p:sp>
        <p:nvSpPr>
          <p:cNvPr id="14" name="live-arrow-2">
            <a:extLst xmlns:a="http://schemas.openxmlformats.org/drawingml/2006/main">
              <a:ext uri="{FF2B5EF4-FFF2-40B4-BE49-F238E27FC236}">
                <a16:creationId xmlns:a16="http://schemas.microsoft.com/office/drawing/2014/main" id="{3E614CB8-EF65-430C-8F8F-29E5C89A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705225"/>
            <a:ext cx="104775" cy="1809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83F1A"/>
          </a:solidFill>
          <a:ln xmlns:a="http://schemas.openxmlformats.org/drawingml/2006/main" w="0">
            <a:solidFill>
              <a:srgbClr val="C83F1A"/>
            </a:solidFill>
            <a:prstDash val="solid"/>
          </a:ln>
        </p:spPr>
      </p:sp>
      <p:sp>
        <p:nvSpPr>
          <p:cNvPr id="15" name="live-arrow-3">
            <a:extLst xmlns:a="http://schemas.openxmlformats.org/drawingml/2006/main">
              <a:ext uri="{FF2B5EF4-FFF2-40B4-BE49-F238E27FC236}">
                <a16:creationId xmlns:a16="http://schemas.microsoft.com/office/drawing/2014/main" id="{9C77E109-7AF2-4CB3-8513-F63E0F2D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24350"/>
            <a:ext cx="104775" cy="1809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83F1A"/>
          </a:solidFill>
          <a:ln xmlns:a="http://schemas.openxmlformats.org/drawingml/2006/main" w="0">
            <a:solidFill>
              <a:srgbClr val="C83F1A"/>
            </a:solidFill>
            <a:prstDash val="solid"/>
          </a:ln>
        </p:spPr>
      </p:sp>
      <p:sp>
        <p:nvSpPr>
          <p:cNvPr id="16" name="live-auth">
            <a:extLst xmlns:a="http://schemas.openxmlformats.org/drawingml/2006/main">
              <a:ext uri="{FF2B5EF4-FFF2-40B4-BE49-F238E27FC236}">
                <a16:creationId xmlns:a16="http://schemas.microsoft.com/office/drawing/2014/main" id="{589570F1-3925-48CB-B670-D339338E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71775"/>
            <a:ext cx="3771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6E4DD"/>
          </a:solidFill>
          <a:ln xmlns:a="http://schemas.openxmlformats.org/drawingml/2006/main" w="9525">
            <a:solidFill>
              <a:srgbClr val="C83F1A"/>
            </a:solidFill>
            <a:prstDash val="solid"/>
          </a:ln>
        </p:spPr>
      </p:sp>
      <p:sp>
        <p:nvSpPr>
          <p:cNvPr id="17" name="live-auth-copy">
            <a:extLst xmlns:a="http://schemas.openxmlformats.org/drawingml/2006/main">
              <a:ext uri="{FF2B5EF4-FFF2-40B4-BE49-F238E27FC236}">
                <a16:creationId xmlns:a16="http://schemas.microsoft.com/office/drawing/2014/main" id="{193B31C8-5572-4504-BA60-8208F2A0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76550"/>
            <a:ext cx="342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201E"/>
                </a:solidFill>
              </a:defRPr>
            </a:pPr>
            <a:r>
              <a:rPr sz="1125" b="1">
                <a:solidFill>
                  <a:srgbClr val="20201E"/>
                </a:solidFill>
              </a:rPr>
              <a:t>Clerk session + quota remaining &gt; 0</a:t>
            </a:r>
          </a:p>
        </p:txBody>
      </p:sp>
      <p:sp>
        <p:nvSpPr>
          <p:cNvPr id="18" name="live-model">
            <a:extLst xmlns:a="http://schemas.openxmlformats.org/drawingml/2006/main">
              <a:ext uri="{FF2B5EF4-FFF2-40B4-BE49-F238E27FC236}">
                <a16:creationId xmlns:a16="http://schemas.microsoft.com/office/drawing/2014/main" id="{3201CB16-4AA1-4AA8-98F1-25F4F675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90900"/>
            <a:ext cx="3771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3F1A"/>
            </a:solidFill>
            <a:prstDash val="solid"/>
          </a:ln>
        </p:spPr>
      </p:sp>
      <p:sp>
        <p:nvSpPr>
          <p:cNvPr id="19" name="live-model-copy">
            <a:extLst xmlns:a="http://schemas.openxmlformats.org/drawingml/2006/main">
              <a:ext uri="{FF2B5EF4-FFF2-40B4-BE49-F238E27FC236}">
                <a16:creationId xmlns:a16="http://schemas.microsoft.com/office/drawing/2014/main" id="{F5007387-6688-4DF6-8F1C-0C6DF115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95675"/>
            <a:ext cx="342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201E"/>
                </a:solidFill>
              </a:defRPr>
            </a:pPr>
            <a:r>
              <a:rPr sz="1125" b="1">
                <a:solidFill>
                  <a:srgbClr val="20201E"/>
                </a:solidFill>
              </a:rPr>
              <a:t>Hosted provider returns one JSON challenge</a:t>
            </a:r>
          </a:p>
        </p:txBody>
      </p:sp>
      <p:sp>
        <p:nvSpPr>
          <p:cNvPr id="20" name="live-schema">
            <a:extLst xmlns:a="http://schemas.openxmlformats.org/drawingml/2006/main">
              <a:ext uri="{FF2B5EF4-FFF2-40B4-BE49-F238E27FC236}">
                <a16:creationId xmlns:a16="http://schemas.microsoft.com/office/drawing/2014/main" id="{7512FE48-2000-4BA3-8E54-77611900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10025"/>
            <a:ext cx="3771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5ECF3"/>
          </a:solidFill>
          <a:ln xmlns:a="http://schemas.openxmlformats.org/drawingml/2006/main" w="9525">
            <a:solidFill>
              <a:srgbClr val="315A88"/>
            </a:solidFill>
            <a:prstDash val="solid"/>
          </a:ln>
        </p:spPr>
      </p:sp>
      <p:sp>
        <p:nvSpPr>
          <p:cNvPr id="21" name="live-schema-copy">
            <a:extLst xmlns:a="http://schemas.openxmlformats.org/drawingml/2006/main">
              <a:ext uri="{FF2B5EF4-FFF2-40B4-BE49-F238E27FC236}">
                <a16:creationId xmlns:a16="http://schemas.microsoft.com/office/drawing/2014/main" id="{679F30DB-BB99-4F02-B2F5-9916FB5F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14800"/>
            <a:ext cx="342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01E"/>
                </a:solidFill>
              </a:defRPr>
            </a:pPr>
            <a:r>
              <a:rPr sz="1050" b="1">
                <a:solidFill>
                  <a:srgbClr val="20201E"/>
                </a:solidFill>
              </a:rPr>
              <a:t>Pydantic: exactly 4 unique options + answer 0–3</a:t>
            </a:r>
          </a:p>
        </p:txBody>
      </p:sp>
      <p:sp>
        <p:nvSpPr>
          <p:cNvPr id="22" name="live-tx">
            <a:extLst xmlns:a="http://schemas.openxmlformats.org/drawingml/2006/main">
              <a:ext uri="{FF2B5EF4-FFF2-40B4-BE49-F238E27FC236}">
                <a16:creationId xmlns:a16="http://schemas.microsoft.com/office/drawing/2014/main" id="{E6277050-CCFF-49BA-A807-3B2AC714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29150"/>
            <a:ext cx="3771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1E9"/>
          </a:solidFill>
          <a:ln xmlns:a="http://schemas.openxmlformats.org/drawingml/2006/main" w="9525">
            <a:solidFill>
              <a:srgbClr val="2B7A43"/>
            </a:solidFill>
            <a:prstDash val="solid"/>
          </a:ln>
        </p:spPr>
      </p:sp>
      <p:sp>
        <p:nvSpPr>
          <p:cNvPr id="23" name="live-tx-head">
            <a:extLst xmlns:a="http://schemas.openxmlformats.org/drawingml/2006/main">
              <a:ext uri="{FF2B5EF4-FFF2-40B4-BE49-F238E27FC236}">
                <a16:creationId xmlns:a16="http://schemas.microsoft.com/office/drawing/2014/main" id="{0CA030D8-7172-421D-8AFE-44A31E7A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B7A43"/>
                </a:solidFill>
              </a:defRPr>
            </a:pPr>
            <a:r>
              <a:rPr sz="825" b="1">
                <a:solidFill>
                  <a:srgbClr val="2B7A43"/>
                </a:solidFill>
              </a:rPr>
              <a:t>ONE TRANSACTION</a:t>
            </a:r>
          </a:p>
        </p:txBody>
      </p:sp>
      <p:sp>
        <p:nvSpPr>
          <p:cNvPr id="24" name="live-tx-copy">
            <a:extLst xmlns:a="http://schemas.openxmlformats.org/drawingml/2006/main">
              <a:ext uri="{FF2B5EF4-FFF2-40B4-BE49-F238E27FC236}">
                <a16:creationId xmlns:a16="http://schemas.microsoft.com/office/drawing/2014/main" id="{78EB5371-B7B1-4FC2-8791-CCAE49E2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530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0201E"/>
                </a:solidFill>
              </a:defRPr>
            </a:pPr>
            <a:r>
              <a:rPr sz="1200" b="1">
                <a:solidFill>
                  <a:srgbClr val="20201E"/>
                </a:solidFill>
              </a:rPr>
              <a:t>Persist challenge  +  decrement quota</a:t>
            </a:r>
          </a:p>
        </p:txBody>
      </p:sp>
      <p:sp>
        <p:nvSpPr>
          <p:cNvPr id="25" name="rollback">
            <a:extLst xmlns:a="http://schemas.openxmlformats.org/drawingml/2006/main">
              <a:ext uri="{FF2B5EF4-FFF2-40B4-BE49-F238E27FC236}">
                <a16:creationId xmlns:a16="http://schemas.microsoft.com/office/drawing/2014/main" id="{96FC8BEB-B12D-4178-8018-45C19AB4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91150"/>
            <a:ext cx="37719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E8D4"/>
          </a:solidFill>
          <a:ln xmlns:a="http://schemas.openxmlformats.org/drawingml/2006/main" w="9525">
            <a:solidFill>
              <a:srgbClr val="A46108"/>
            </a:solidFill>
            <a:prstDash val="solid"/>
          </a:ln>
        </p:spPr>
      </p:sp>
      <p:sp>
        <p:nvSpPr>
          <p:cNvPr id="26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3DA043C4-FED4-46A0-ABA5-81CFAEDD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95925"/>
            <a:ext cx="342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46108"/>
                </a:solidFill>
              </a:defRPr>
            </a:pPr>
            <a:r>
              <a:rPr sz="975" b="1">
                <a:solidFill>
                  <a:srgbClr val="A46108"/>
                </a:solidFill>
              </a:rPr>
              <a:t>Failure → rollback; quota unchanged</a:t>
            </a:r>
          </a:p>
        </p:txBody>
      </p:sp>
      <p:sp>
        <p:nvSpPr>
          <p:cNvPr id="27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3F2E5D63-CF7A-4B26-8C87-5999F220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0201E"/>
            </a:solidFill>
            <a:prstDash val="solid"/>
          </a:ln>
        </p:spPr>
      </p:sp>
      <p:sp>
        <p:nvSpPr>
          <p:cNvPr id="28" name="evidence-head">
            <a:extLst xmlns:a="http://schemas.openxmlformats.org/drawingml/2006/main">
              <a:ext uri="{FF2B5EF4-FFF2-40B4-BE49-F238E27FC236}">
                <a16:creationId xmlns:a16="http://schemas.microsoft.com/office/drawing/2014/main" id="{8D5A078A-2F62-4765-9C97-2B7B956F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7A43"/>
                </a:solidFill>
              </a:defRPr>
            </a:pPr>
            <a:r>
              <a:rPr sz="975" b="1">
                <a:solidFill>
                  <a:srgbClr val="2B7A43"/>
                </a:solidFill>
              </a:rPr>
              <a:t>SUPPORTED</a:t>
            </a:r>
          </a:p>
        </p:txBody>
      </p:sp>
      <p:sp>
        <p:nvSpPr>
          <p:cNvPr id="29" name="evidence-copy">
            <a:extLst xmlns:a="http://schemas.openxmlformats.org/drawingml/2006/main">
              <a:ext uri="{FF2B5EF4-FFF2-40B4-BE49-F238E27FC236}">
                <a16:creationId xmlns:a16="http://schemas.microsoft.com/office/drawing/2014/main" id="{E82D8A1A-B620-4A45-B5FD-96E5D7DC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365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01E"/>
                </a:solidFill>
              </a:defRPr>
            </a:pPr>
            <a:r>
              <a:rPr sz="1050" b="0">
                <a:solidFill>
                  <a:srgbClr val="20201E"/>
                </a:solidFill>
              </a:rPr>
              <a:t>Commit-before-rationale interaction and maintained transaction semantics.</a:t>
            </a:r>
          </a:p>
        </p:txBody>
      </p:sp>
      <p:sp>
        <p:nvSpPr>
          <p:cNvPr id="30" name="divider">
            <a:extLst xmlns:a="http://schemas.openxmlformats.org/drawingml/2006/main">
              <a:ext uri="{FF2B5EF4-FFF2-40B4-BE49-F238E27FC236}">
                <a16:creationId xmlns:a16="http://schemas.microsoft.com/office/drawing/2014/main" id="{53C3E89C-AD92-4C55-845B-39DEFD55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105525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C7C0"/>
            </a:solidFill>
            <a:prstDash val="solid"/>
          </a:ln>
        </p:spPr>
      </p:sp>
      <p:sp>
        <p:nvSpPr>
          <p:cNvPr id="31" name="not-head">
            <a:extLst xmlns:a="http://schemas.openxmlformats.org/drawingml/2006/main">
              <a:ext uri="{FF2B5EF4-FFF2-40B4-BE49-F238E27FC236}">
                <a16:creationId xmlns:a16="http://schemas.microsoft.com/office/drawing/2014/main" id="{818A6C2B-AED1-460A-A364-A05BF05C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61055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3D35"/>
                </a:solidFill>
              </a:defRPr>
            </a:pPr>
            <a:r>
              <a:rPr sz="975" b="1">
                <a:solidFill>
                  <a:srgbClr val="A73D35"/>
                </a:solidFill>
              </a:rPr>
              <a:t>NOT CLAIMED</a:t>
            </a:r>
          </a:p>
        </p:txBody>
      </p:sp>
      <p:sp>
        <p:nvSpPr>
          <p:cNvPr id="32" name="not-copy">
            <a:extLst xmlns:a="http://schemas.openxmlformats.org/drawingml/2006/main">
              <a:ext uri="{FF2B5EF4-FFF2-40B4-BE49-F238E27FC236}">
                <a16:creationId xmlns:a16="http://schemas.microsoft.com/office/drawing/2014/main" id="{C6E845DD-0014-447E-9D79-DEE17457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63246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01E"/>
                </a:solidFill>
              </a:defRPr>
            </a:pPr>
            <a:r>
              <a:rPr sz="1050" b="0">
                <a:solidFill>
                  <a:srgbClr val="20201E"/>
                </a:solidFill>
              </a:rPr>
              <a:t>No learning-outcome, interview-performance, question-quality, provider-accuracy, or usage-analytics evidence.</a:t>
            </a:r>
          </a:p>
        </p:txBody>
      </p:sp>
      <p:sp>
        <p:nvSpPr>
          <p:cNvPr id="33" name="sources">
            <a:extLst xmlns:a="http://schemas.openxmlformats.org/drawingml/2006/main">
              <a:ext uri="{FF2B5EF4-FFF2-40B4-BE49-F238E27FC236}">
                <a16:creationId xmlns:a16="http://schemas.microsoft.com/office/drawing/2014/main" id="{4926F65B-56C4-4CD1-8A0D-C894C2EB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96075"/>
            <a:ext cx="11391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B6B67"/>
                </a:solidFill>
              </a:defRPr>
            </a:pPr>
            <a:r>
              <a:rPr sz="750" b="0">
                <a:solidFill>
                  <a:srgbClr val="6B6B67"/>
                </a:solidFill>
              </a:rPr>
              <a:t>Sources: frontend/src/data/demo.js · MCQChallenge.jsx · backend/src/ai_generator.py · routes/challenge.py</a:t>
            </a:r>
          </a:p>
        </p:txBody>
      </p:sp>
    </p:spTree>
    <p:extLst>
      <p:ext uri="{BB962C8B-B14F-4D97-AF65-F5344CB8AC3E}">
        <p14:creationId xmlns:p14="http://schemas.microsoft.com/office/powerpoint/2010/main" val="18007978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2026-07-21T06:11:10.3940000Z</dcterms:created>
  <dcterms:modified xsi:type="dcterms:W3CDTF">2026-07-21T06:11:10.3940000Z</dcterms:modified>
</coreProperties>
</file>